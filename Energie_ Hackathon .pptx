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4" r:id="rId2"/>
    <p:sldId id="273" r:id="rId3"/>
    <p:sldId id="275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F6F2"/>
    <a:srgbClr val="F7EFEB"/>
    <a:srgbClr val="E3EAFA"/>
    <a:srgbClr val="F5F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5761F9-0683-1ED4-F4D1-F7E4E485435C}" v="239" dt="2025-11-19T10:50:36.946"/>
    <p1510:client id="{8F27385C-79F7-8A1E-4ABD-926EE4D3140C}" v="997" dt="2025-11-19T09:41:43.1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RI Fatima Zahrae" userId="S::f.barri@ocpgroup.ma::955f64a9-93f6-47c0-8f3b-c238702abece" providerId="AD" clId="Web-{8F27385C-79F7-8A1E-4ABD-926EE4D3140C}"/>
    <pc:docChg chg="addSld modSld sldOrd">
      <pc:chgData name="BARRI Fatima Zahrae" userId="S::f.barri@ocpgroup.ma::955f64a9-93f6-47c0-8f3b-c238702abece" providerId="AD" clId="Web-{8F27385C-79F7-8A1E-4ABD-926EE4D3140C}" dt="2025-11-19T09:41:43.150" v="718" actId="1076"/>
      <pc:docMkLst>
        <pc:docMk/>
      </pc:docMkLst>
      <pc:sldChg chg="addSp delSp modSp new">
        <pc:chgData name="BARRI Fatima Zahrae" userId="S::f.barri@ocpgroup.ma::955f64a9-93f6-47c0-8f3b-c238702abece" providerId="AD" clId="Web-{8F27385C-79F7-8A1E-4ABD-926EE4D3140C}" dt="2025-11-19T09:30:42.751" v="573" actId="1076"/>
        <pc:sldMkLst>
          <pc:docMk/>
          <pc:sldMk cId="1027259667" sldId="273"/>
        </pc:sldMkLst>
        <pc:spChg chg="add mod">
          <ac:chgData name="BARRI Fatima Zahrae" userId="S::f.barri@ocpgroup.ma::955f64a9-93f6-47c0-8f3b-c238702abece" providerId="AD" clId="Web-{8F27385C-79F7-8A1E-4ABD-926EE4D3140C}" dt="2025-11-19T09:20:51.670" v="467"/>
          <ac:spMkLst>
            <pc:docMk/>
            <pc:sldMk cId="1027259667" sldId="273"/>
            <ac:spMk id="2" creationId="{5D876F92-C472-5AC1-7458-16498A4DE275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8:15.425" v="386" actId="1076"/>
          <ac:spMkLst>
            <pc:docMk/>
            <pc:sldMk cId="1027259667" sldId="273"/>
            <ac:spMk id="3" creationId="{47552388-378F-69D4-64A4-61A101AE0142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8:15.456" v="387" actId="1076"/>
          <ac:spMkLst>
            <pc:docMk/>
            <pc:sldMk cId="1027259667" sldId="273"/>
            <ac:spMk id="4" creationId="{7FD53FBE-0DCB-B7A9-35EF-969299A2DDF7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8:15.534" v="391" actId="1076"/>
          <ac:spMkLst>
            <pc:docMk/>
            <pc:sldMk cId="1027259667" sldId="273"/>
            <ac:spMk id="10" creationId="{536B88C5-4FB1-1CBB-37FC-B81D3E233C13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8:15.566" v="392" actId="1076"/>
          <ac:spMkLst>
            <pc:docMk/>
            <pc:sldMk cId="1027259667" sldId="273"/>
            <ac:spMk id="11" creationId="{53745773-18BA-6FCE-F868-58700AA92DB6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8:15.581" v="393" actId="1076"/>
          <ac:spMkLst>
            <pc:docMk/>
            <pc:sldMk cId="1027259667" sldId="273"/>
            <ac:spMk id="12" creationId="{6851E9DB-C4C0-9233-E0F6-FB74E59B8DC3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8:15.613" v="394" actId="1076"/>
          <ac:spMkLst>
            <pc:docMk/>
            <pc:sldMk cId="1027259667" sldId="273"/>
            <ac:spMk id="13" creationId="{89C8A0A2-9233-847C-5296-095A0E6053B0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8:15.659" v="396" actId="1076"/>
          <ac:spMkLst>
            <pc:docMk/>
            <pc:sldMk cId="1027259667" sldId="273"/>
            <ac:spMk id="15" creationId="{9EFDB83D-CFB6-1011-F33D-E5A6ECAE2F32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30:42.751" v="573" actId="1076"/>
          <ac:spMkLst>
            <pc:docMk/>
            <pc:sldMk cId="1027259667" sldId="273"/>
            <ac:spMk id="17" creationId="{9E85DD73-CDCB-03A1-38D5-84C0EC83D033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8:15.769" v="400" actId="1076"/>
          <ac:spMkLst>
            <pc:docMk/>
            <pc:sldMk cId="1027259667" sldId="273"/>
            <ac:spMk id="18" creationId="{D7C04C09-F98F-A91E-8491-7032558C19AE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8:15.784" v="401" actId="1076"/>
          <ac:spMkLst>
            <pc:docMk/>
            <pc:sldMk cId="1027259667" sldId="273"/>
            <ac:spMk id="21" creationId="{B14C3770-A9A3-5508-1D81-B2E483872521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20:32.419" v="466" actId="20577"/>
          <ac:spMkLst>
            <pc:docMk/>
            <pc:sldMk cId="1027259667" sldId="273"/>
            <ac:spMk id="22" creationId="{6CF72463-1AA1-4EA0-F7B3-FA7D6DA48F8A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8:15.863" v="403" actId="1076"/>
          <ac:spMkLst>
            <pc:docMk/>
            <pc:sldMk cId="1027259667" sldId="273"/>
            <ac:spMk id="24" creationId="{D32CB80F-DD81-FC5C-A29F-F4BC79515C1A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8:15.894" v="404" actId="1076"/>
          <ac:spMkLst>
            <pc:docMk/>
            <pc:sldMk cId="1027259667" sldId="273"/>
            <ac:spMk id="25" creationId="{133DABBF-219D-B56C-CE3C-331FD49A6203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8:15.909" v="405" actId="1076"/>
          <ac:spMkLst>
            <pc:docMk/>
            <pc:sldMk cId="1027259667" sldId="273"/>
            <ac:spMk id="26" creationId="{A5377E64-ABAB-7733-94EB-0031E3C6CB12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8:15.941" v="406" actId="1076"/>
          <ac:spMkLst>
            <pc:docMk/>
            <pc:sldMk cId="1027259667" sldId="273"/>
            <ac:spMk id="27" creationId="{EBBEE35F-97CA-35E2-26C5-B537556C6255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8:15.972" v="407" actId="1076"/>
          <ac:spMkLst>
            <pc:docMk/>
            <pc:sldMk cId="1027259667" sldId="273"/>
            <ac:spMk id="28" creationId="{78520E07-2A8A-DD05-D131-33A287D0D355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8:05.502" v="383"/>
          <ac:spMkLst>
            <pc:docMk/>
            <pc:sldMk cId="1027259667" sldId="273"/>
            <ac:spMk id="30" creationId="{3B3488B1-E22F-6FA2-D747-3C1DBC8D1E7F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9:13.774" v="451" actId="1076"/>
          <ac:spMkLst>
            <pc:docMk/>
            <pc:sldMk cId="1027259667" sldId="273"/>
            <ac:spMk id="34" creationId="{54370912-B6A5-33D7-5A6E-BC067A5D91FE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9:26.274" v="454" actId="1076"/>
          <ac:spMkLst>
            <pc:docMk/>
            <pc:sldMk cId="1027259667" sldId="273"/>
            <ac:spMk id="36" creationId="{6BE71173-4679-7FB3-3879-5D4241E77C99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19:13.820" v="452" actId="1076"/>
          <ac:spMkLst>
            <pc:docMk/>
            <pc:sldMk cId="1027259667" sldId="273"/>
            <ac:spMk id="38" creationId="{BD5F325D-9E3F-5C01-12C7-C8D565A36AF4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23:29.162" v="514" actId="1076"/>
          <ac:spMkLst>
            <pc:docMk/>
            <pc:sldMk cId="1027259667" sldId="273"/>
            <ac:spMk id="39" creationId="{89A0DEAC-05B4-A456-9582-E124C7A73200}"/>
          </ac:spMkLst>
        </pc:spChg>
        <pc:spChg chg="add del">
          <ac:chgData name="BARRI Fatima Zahrae" userId="S::f.barri@ocpgroup.ma::955f64a9-93f6-47c0-8f3b-c238702abece" providerId="AD" clId="Web-{8F27385C-79F7-8A1E-4ABD-926EE4D3140C}" dt="2025-11-19T09:23:36.194" v="516"/>
          <ac:spMkLst>
            <pc:docMk/>
            <pc:sldMk cId="1027259667" sldId="273"/>
            <ac:spMk id="40" creationId="{F73B321C-2D3F-A0F1-866A-D28870504A03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24:59.482" v="528" actId="20577"/>
          <ac:spMkLst>
            <pc:docMk/>
            <pc:sldMk cId="1027259667" sldId="273"/>
            <ac:spMk id="41" creationId="{04069D84-5E4E-1649-0045-1B5FF78FA45D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24:55.102" v="527" actId="20577"/>
          <ac:spMkLst>
            <pc:docMk/>
            <pc:sldMk cId="1027259667" sldId="273"/>
            <ac:spMk id="42" creationId="{0CD8B4DE-F792-BEF9-25FC-DFA576F1DDCA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26:41.746" v="538" actId="1076"/>
          <ac:spMkLst>
            <pc:docMk/>
            <pc:sldMk cId="1027259667" sldId="273"/>
            <ac:spMk id="43" creationId="{FC1A6471-EC73-ACFF-2BA9-0231E63E9ED4}"/>
          </ac:spMkLst>
        </pc:spChg>
        <pc:spChg chg="add mod ord">
          <ac:chgData name="BARRI Fatima Zahrae" userId="S::f.barri@ocpgroup.ma::955f64a9-93f6-47c0-8f3b-c238702abece" providerId="AD" clId="Web-{8F27385C-79F7-8A1E-4ABD-926EE4D3140C}" dt="2025-11-19T09:28:30.780" v="550" actId="1076"/>
          <ac:spMkLst>
            <pc:docMk/>
            <pc:sldMk cId="1027259667" sldId="273"/>
            <ac:spMk id="44" creationId="{1C0AA6F4-F928-26F0-FB4A-91EAF9D44115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29:43.344" v="569"/>
          <ac:spMkLst>
            <pc:docMk/>
            <pc:sldMk cId="1027259667" sldId="273"/>
            <ac:spMk id="45" creationId="{EC044115-FE3C-96B1-5C44-4BB0CDD11C57}"/>
          </ac:spMkLst>
        </pc:spChg>
        <pc:picChg chg="add del">
          <ac:chgData name="BARRI Fatima Zahrae" userId="S::f.barri@ocpgroup.ma::955f64a9-93f6-47c0-8f3b-c238702abece" providerId="AD" clId="Web-{8F27385C-79F7-8A1E-4ABD-926EE4D3140C}" dt="2025-11-19T09:18:08.409" v="384"/>
          <ac:picMkLst>
            <pc:docMk/>
            <pc:sldMk cId="1027259667" sldId="273"/>
            <ac:picMk id="32" creationId="{691C8B85-965D-82FD-491D-122B61619E09}"/>
          </ac:picMkLst>
        </pc:picChg>
        <pc:cxnChg chg="add del">
          <ac:chgData name="BARRI Fatima Zahrae" userId="S::f.barri@ocpgroup.ma::955f64a9-93f6-47c0-8f3b-c238702abece" providerId="AD" clId="Web-{8F27385C-79F7-8A1E-4ABD-926EE4D3140C}" dt="2025-11-19T08:52:15.140" v="22"/>
          <ac:cxnSpMkLst>
            <pc:docMk/>
            <pc:sldMk cId="1027259667" sldId="273"/>
            <ac:cxnSpMk id="5" creationId="{4182510F-2BE5-2F52-9C79-E8727F6877FC}"/>
          </ac:cxnSpMkLst>
        </pc:cxnChg>
        <pc:cxnChg chg="add del mod">
          <ac:chgData name="BARRI Fatima Zahrae" userId="S::f.barri@ocpgroup.ma::955f64a9-93f6-47c0-8f3b-c238702abece" providerId="AD" clId="Web-{8F27385C-79F7-8A1E-4ABD-926EE4D3140C}" dt="2025-11-19T09:03:32.345" v="181"/>
          <ac:cxnSpMkLst>
            <pc:docMk/>
            <pc:sldMk cId="1027259667" sldId="273"/>
            <ac:cxnSpMk id="5" creationId="{842EDF10-85A8-7D9D-4A31-2698C14C4328}"/>
          </ac:cxnSpMkLst>
        </pc:cxnChg>
        <pc:cxnChg chg="add mod">
          <ac:chgData name="BARRI Fatima Zahrae" userId="S::f.barri@ocpgroup.ma::955f64a9-93f6-47c0-8f3b-c238702abece" providerId="AD" clId="Web-{8F27385C-79F7-8A1E-4ABD-926EE4D3140C}" dt="2025-11-19T09:18:15.472" v="388" actId="1076"/>
          <ac:cxnSpMkLst>
            <pc:docMk/>
            <pc:sldMk cId="1027259667" sldId="273"/>
            <ac:cxnSpMk id="6" creationId="{7D69373D-2A50-82CF-678A-514EFF8C3AAA}"/>
          </ac:cxnSpMkLst>
        </pc:cxnChg>
        <pc:cxnChg chg="add mod">
          <ac:chgData name="BARRI Fatima Zahrae" userId="S::f.barri@ocpgroup.ma::955f64a9-93f6-47c0-8f3b-c238702abece" providerId="AD" clId="Web-{8F27385C-79F7-8A1E-4ABD-926EE4D3140C}" dt="2025-11-19T09:18:15.488" v="389" actId="1076"/>
          <ac:cxnSpMkLst>
            <pc:docMk/>
            <pc:sldMk cId="1027259667" sldId="273"/>
            <ac:cxnSpMk id="7" creationId="{887383BE-9C8D-8A0F-6AED-D45BC73FACC1}"/>
          </ac:cxnSpMkLst>
        </pc:cxnChg>
        <pc:cxnChg chg="add mod ord">
          <ac:chgData name="BARRI Fatima Zahrae" userId="S::f.barri@ocpgroup.ma::955f64a9-93f6-47c0-8f3b-c238702abece" providerId="AD" clId="Web-{8F27385C-79F7-8A1E-4ABD-926EE4D3140C}" dt="2025-11-19T09:20:05.043" v="458"/>
          <ac:cxnSpMkLst>
            <pc:docMk/>
            <pc:sldMk cId="1027259667" sldId="273"/>
            <ac:cxnSpMk id="8" creationId="{D2027366-A93F-3FCC-14F1-B90E0630816A}"/>
          </ac:cxnSpMkLst>
        </pc:cxnChg>
        <pc:cxnChg chg="add del mod">
          <ac:chgData name="BARRI Fatima Zahrae" userId="S::f.barri@ocpgroup.ma::955f64a9-93f6-47c0-8f3b-c238702abece" providerId="AD" clId="Web-{8F27385C-79F7-8A1E-4ABD-926EE4D3140C}" dt="2025-11-19T09:03:33.892" v="182"/>
          <ac:cxnSpMkLst>
            <pc:docMk/>
            <pc:sldMk cId="1027259667" sldId="273"/>
            <ac:cxnSpMk id="9" creationId="{F6273DAD-5802-F2FD-8D7C-762707D2C0F4}"/>
          </ac:cxnSpMkLst>
        </pc:cxnChg>
        <pc:cxnChg chg="add mod">
          <ac:chgData name="BARRI Fatima Zahrae" userId="S::f.barri@ocpgroup.ma::955f64a9-93f6-47c0-8f3b-c238702abece" providerId="AD" clId="Web-{8F27385C-79F7-8A1E-4ABD-926EE4D3140C}" dt="2025-11-19T09:18:15.644" v="395" actId="1076"/>
          <ac:cxnSpMkLst>
            <pc:docMk/>
            <pc:sldMk cId="1027259667" sldId="273"/>
            <ac:cxnSpMk id="14" creationId="{283B88ED-79DB-54FD-5496-3E51D26FE8E0}"/>
          </ac:cxnSpMkLst>
        </pc:cxnChg>
        <pc:cxnChg chg="add del mod">
          <ac:chgData name="BARRI Fatima Zahrae" userId="S::f.barri@ocpgroup.ma::955f64a9-93f6-47c0-8f3b-c238702abece" providerId="AD" clId="Web-{8F27385C-79F7-8A1E-4ABD-926EE4D3140C}" dt="2025-11-19T08:59:51.004" v="134"/>
          <ac:cxnSpMkLst>
            <pc:docMk/>
            <pc:sldMk cId="1027259667" sldId="273"/>
            <ac:cxnSpMk id="16" creationId="{7E8FBB23-AB44-F9AA-D7CD-B1383457A20C}"/>
          </ac:cxnSpMkLst>
        </pc:cxnChg>
        <pc:cxnChg chg="add mod">
          <ac:chgData name="BARRI Fatima Zahrae" userId="S::f.barri@ocpgroup.ma::955f64a9-93f6-47c0-8f3b-c238702abece" providerId="AD" clId="Web-{8F27385C-79F7-8A1E-4ABD-926EE4D3140C}" dt="2025-11-19T09:18:15.738" v="399" actId="1076"/>
          <ac:cxnSpMkLst>
            <pc:docMk/>
            <pc:sldMk cId="1027259667" sldId="273"/>
            <ac:cxnSpMk id="16" creationId="{F0F80B0C-E65A-DD0C-1759-EAC2F1691FF7}"/>
          </ac:cxnSpMkLst>
        </pc:cxnChg>
        <pc:cxnChg chg="add del mod">
          <ac:chgData name="BARRI Fatima Zahrae" userId="S::f.barri@ocpgroup.ma::955f64a9-93f6-47c0-8f3b-c238702abece" providerId="AD" clId="Web-{8F27385C-79F7-8A1E-4ABD-926EE4D3140C}" dt="2025-11-19T09:02:36.914" v="172"/>
          <ac:cxnSpMkLst>
            <pc:docMk/>
            <pc:sldMk cId="1027259667" sldId="273"/>
            <ac:cxnSpMk id="18" creationId="{6105C83C-E67A-03AC-C6E2-7B97C264AD7A}"/>
          </ac:cxnSpMkLst>
        </pc:cxnChg>
        <pc:cxnChg chg="add mod">
          <ac:chgData name="BARRI Fatima Zahrae" userId="S::f.barri@ocpgroup.ma::955f64a9-93f6-47c0-8f3b-c238702abece" providerId="AD" clId="Web-{8F27385C-79F7-8A1E-4ABD-926EE4D3140C}" dt="2025-11-19T09:18:15.706" v="398" actId="1076"/>
          <ac:cxnSpMkLst>
            <pc:docMk/>
            <pc:sldMk cId="1027259667" sldId="273"/>
            <ac:cxnSpMk id="19" creationId="{E27A2C1E-8ABF-EA1D-7E0C-29F6C978FD3E}"/>
          </ac:cxnSpMkLst>
        </pc:cxnChg>
        <pc:cxnChg chg="add del mod">
          <ac:chgData name="BARRI Fatima Zahrae" userId="S::f.barri@ocpgroup.ma::955f64a9-93f6-47c0-8f3b-c238702abece" providerId="AD" clId="Web-{8F27385C-79F7-8A1E-4ABD-926EE4D3140C}" dt="2025-11-19T09:15:14.768" v="333"/>
          <ac:cxnSpMkLst>
            <pc:docMk/>
            <pc:sldMk cId="1027259667" sldId="273"/>
            <ac:cxnSpMk id="20" creationId="{DDAE16CA-243C-4DA0-9643-A4C734273A94}"/>
          </ac:cxnSpMkLst>
        </pc:cxnChg>
        <pc:cxnChg chg="add del mod">
          <ac:chgData name="BARRI Fatima Zahrae" userId="S::f.barri@ocpgroup.ma::955f64a9-93f6-47c0-8f3b-c238702abece" providerId="AD" clId="Web-{8F27385C-79F7-8A1E-4ABD-926EE4D3140C}" dt="2025-11-19T09:11:49.873" v="307"/>
          <ac:cxnSpMkLst>
            <pc:docMk/>
            <pc:sldMk cId="1027259667" sldId="273"/>
            <ac:cxnSpMk id="23" creationId="{70DF46F9-F62F-06F2-BF11-D77059C1494E}"/>
          </ac:cxnSpMkLst>
        </pc:cxnChg>
        <pc:cxnChg chg="add mod">
          <ac:chgData name="BARRI Fatima Zahrae" userId="S::f.barri@ocpgroup.ma::955f64a9-93f6-47c0-8f3b-c238702abece" providerId="AD" clId="Web-{8F27385C-79F7-8A1E-4ABD-926EE4D3140C}" dt="2025-11-19T09:18:16.003" v="408" actId="1076"/>
          <ac:cxnSpMkLst>
            <pc:docMk/>
            <pc:sldMk cId="1027259667" sldId="273"/>
            <ac:cxnSpMk id="29" creationId="{0F5D0C41-4AC7-4D9F-D734-275B49F3F051}"/>
          </ac:cxnSpMkLst>
        </pc:cxnChg>
      </pc:sldChg>
      <pc:sldChg chg="addSp delSp modSp add ord replId">
        <pc:chgData name="BARRI Fatima Zahrae" userId="S::f.barri@ocpgroup.ma::955f64a9-93f6-47c0-8f3b-c238702abece" providerId="AD" clId="Web-{8F27385C-79F7-8A1E-4ABD-926EE4D3140C}" dt="2025-11-19T09:41:43.150" v="718" actId="1076"/>
        <pc:sldMkLst>
          <pc:docMk/>
          <pc:sldMk cId="1152015650" sldId="274"/>
        </pc:sldMkLst>
        <pc:spChg chg="del">
          <ac:chgData name="BARRI Fatima Zahrae" userId="S::f.barri@ocpgroup.ma::955f64a9-93f6-47c0-8f3b-c238702abece" providerId="AD" clId="Web-{8F27385C-79F7-8A1E-4ABD-926EE4D3140C}" dt="2025-11-19T09:21:11.218" v="491"/>
          <ac:spMkLst>
            <pc:docMk/>
            <pc:sldMk cId="1152015650" sldId="274"/>
            <ac:spMk id="2" creationId="{44122335-F6FC-8A02-70AA-32CC2A326339}"/>
          </ac:spMkLst>
        </pc:spChg>
        <pc:spChg chg="del">
          <ac:chgData name="BARRI Fatima Zahrae" userId="S::f.barri@ocpgroup.ma::955f64a9-93f6-47c0-8f3b-c238702abece" providerId="AD" clId="Web-{8F27385C-79F7-8A1E-4ABD-926EE4D3140C}" dt="2025-11-19T09:21:11.218" v="490"/>
          <ac:spMkLst>
            <pc:docMk/>
            <pc:sldMk cId="1152015650" sldId="274"/>
            <ac:spMk id="3" creationId="{93913ED5-D113-6D83-209D-639A37169D59}"/>
          </ac:spMkLst>
        </pc:spChg>
        <pc:spChg chg="del">
          <ac:chgData name="BARRI Fatima Zahrae" userId="S::f.barri@ocpgroup.ma::955f64a9-93f6-47c0-8f3b-c238702abece" providerId="AD" clId="Web-{8F27385C-79F7-8A1E-4ABD-926EE4D3140C}" dt="2025-11-19T09:21:11.218" v="489"/>
          <ac:spMkLst>
            <pc:docMk/>
            <pc:sldMk cId="1152015650" sldId="274"/>
            <ac:spMk id="4" creationId="{C912C216-5421-A3FE-44A9-DD9C3AD868C1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41:18.493" v="717" actId="1076"/>
          <ac:spMkLst>
            <pc:docMk/>
            <pc:sldMk cId="1152015650" sldId="274"/>
            <ac:spMk id="9" creationId="{66D818EF-8638-4AD7-F46F-4D24DBBA7B80}"/>
          </ac:spMkLst>
        </pc:spChg>
        <pc:spChg chg="del">
          <ac:chgData name="BARRI Fatima Zahrae" userId="S::f.barri@ocpgroup.ma::955f64a9-93f6-47c0-8f3b-c238702abece" providerId="AD" clId="Web-{8F27385C-79F7-8A1E-4ABD-926EE4D3140C}" dt="2025-11-19T09:21:11.218" v="486"/>
          <ac:spMkLst>
            <pc:docMk/>
            <pc:sldMk cId="1152015650" sldId="274"/>
            <ac:spMk id="10" creationId="{DB07A067-456C-67E2-120A-E77A163A875C}"/>
          </ac:spMkLst>
        </pc:spChg>
        <pc:spChg chg="del">
          <ac:chgData name="BARRI Fatima Zahrae" userId="S::f.barri@ocpgroup.ma::955f64a9-93f6-47c0-8f3b-c238702abece" providerId="AD" clId="Web-{8F27385C-79F7-8A1E-4ABD-926EE4D3140C}" dt="2025-11-19T09:21:11.218" v="485"/>
          <ac:spMkLst>
            <pc:docMk/>
            <pc:sldMk cId="1152015650" sldId="274"/>
            <ac:spMk id="11" creationId="{28AB5F7D-723C-B4C1-8BE3-9936F1656B0A}"/>
          </ac:spMkLst>
        </pc:spChg>
        <pc:spChg chg="del">
          <ac:chgData name="BARRI Fatima Zahrae" userId="S::f.barri@ocpgroup.ma::955f64a9-93f6-47c0-8f3b-c238702abece" providerId="AD" clId="Web-{8F27385C-79F7-8A1E-4ABD-926EE4D3140C}" dt="2025-11-19T09:21:11.218" v="484"/>
          <ac:spMkLst>
            <pc:docMk/>
            <pc:sldMk cId="1152015650" sldId="274"/>
            <ac:spMk id="12" creationId="{B2542F5C-D1D2-04B9-B854-A7345FF0C077}"/>
          </ac:spMkLst>
        </pc:spChg>
        <pc:spChg chg="del">
          <ac:chgData name="BARRI Fatima Zahrae" userId="S::f.barri@ocpgroup.ma::955f64a9-93f6-47c0-8f3b-c238702abece" providerId="AD" clId="Web-{8F27385C-79F7-8A1E-4ABD-926EE4D3140C}" dt="2025-11-19T09:21:11.218" v="483"/>
          <ac:spMkLst>
            <pc:docMk/>
            <pc:sldMk cId="1152015650" sldId="274"/>
            <ac:spMk id="13" creationId="{37A529CB-2DDF-2BA9-60E5-16042461A591}"/>
          </ac:spMkLst>
        </pc:spChg>
        <pc:spChg chg="del">
          <ac:chgData name="BARRI Fatima Zahrae" userId="S::f.barri@ocpgroup.ma::955f64a9-93f6-47c0-8f3b-c238702abece" providerId="AD" clId="Web-{8F27385C-79F7-8A1E-4ABD-926EE4D3140C}" dt="2025-11-19T09:21:11.203" v="481"/>
          <ac:spMkLst>
            <pc:docMk/>
            <pc:sldMk cId="1152015650" sldId="274"/>
            <ac:spMk id="15" creationId="{49513B7A-4C1E-0537-8E64-1EADB71D5EEC}"/>
          </ac:spMkLst>
        </pc:spChg>
        <pc:spChg chg="del">
          <ac:chgData name="BARRI Fatima Zahrae" userId="S::f.barri@ocpgroup.ma::955f64a9-93f6-47c0-8f3b-c238702abece" providerId="AD" clId="Web-{8F27385C-79F7-8A1E-4ABD-926EE4D3140C}" dt="2025-11-19T09:21:11.203" v="480"/>
          <ac:spMkLst>
            <pc:docMk/>
            <pc:sldMk cId="1152015650" sldId="274"/>
            <ac:spMk id="17" creationId="{A2356B67-7432-5B09-9E5B-2566F48400DB}"/>
          </ac:spMkLst>
        </pc:spChg>
        <pc:spChg chg="del">
          <ac:chgData name="BARRI Fatima Zahrae" userId="S::f.barri@ocpgroup.ma::955f64a9-93f6-47c0-8f3b-c238702abece" providerId="AD" clId="Web-{8F27385C-79F7-8A1E-4ABD-926EE4D3140C}" dt="2025-11-19T09:21:11.203" v="477"/>
          <ac:spMkLst>
            <pc:docMk/>
            <pc:sldMk cId="1152015650" sldId="274"/>
            <ac:spMk id="18" creationId="{070622E4-DC1C-BB9F-4218-970102D83DF1}"/>
          </ac:spMkLst>
        </pc:spChg>
        <pc:spChg chg="del">
          <ac:chgData name="BARRI Fatima Zahrae" userId="S::f.barri@ocpgroup.ma::955f64a9-93f6-47c0-8f3b-c238702abece" providerId="AD" clId="Web-{8F27385C-79F7-8A1E-4ABD-926EE4D3140C}" dt="2025-11-19T09:21:11.203" v="476"/>
          <ac:spMkLst>
            <pc:docMk/>
            <pc:sldMk cId="1152015650" sldId="274"/>
            <ac:spMk id="21" creationId="{9A96D459-512A-BF6A-0D4A-64C12E35C32D}"/>
          </ac:spMkLst>
        </pc:spChg>
        <pc:spChg chg="del">
          <ac:chgData name="BARRI Fatima Zahrae" userId="S::f.barri@ocpgroup.ma::955f64a9-93f6-47c0-8f3b-c238702abece" providerId="AD" clId="Web-{8F27385C-79F7-8A1E-4ABD-926EE4D3140C}" dt="2025-11-19T09:21:11.203" v="475"/>
          <ac:spMkLst>
            <pc:docMk/>
            <pc:sldMk cId="1152015650" sldId="274"/>
            <ac:spMk id="22" creationId="{C9B253CF-B96D-7FB3-B707-FED7538EB53D}"/>
          </ac:spMkLst>
        </pc:spChg>
        <pc:spChg chg="add mod">
          <ac:chgData name="BARRI Fatima Zahrae" userId="S::f.barri@ocpgroup.ma::955f64a9-93f6-47c0-8f3b-c238702abece" providerId="AD" clId="Web-{8F27385C-79F7-8A1E-4ABD-926EE4D3140C}" dt="2025-11-19T09:41:15.087" v="716"/>
          <ac:spMkLst>
            <pc:docMk/>
            <pc:sldMk cId="1152015650" sldId="274"/>
            <ac:spMk id="23" creationId="{ABC33C6A-7E99-1D4E-DB48-03F9B9591489}"/>
          </ac:spMkLst>
        </pc:spChg>
        <pc:spChg chg="del">
          <ac:chgData name="BARRI Fatima Zahrae" userId="S::f.barri@ocpgroup.ma::955f64a9-93f6-47c0-8f3b-c238702abece" providerId="AD" clId="Web-{8F27385C-79F7-8A1E-4ABD-926EE4D3140C}" dt="2025-11-19T09:21:11.203" v="474"/>
          <ac:spMkLst>
            <pc:docMk/>
            <pc:sldMk cId="1152015650" sldId="274"/>
            <ac:spMk id="24" creationId="{7BA0A4C1-672C-D5C2-90EC-52EABA8A755B}"/>
          </ac:spMkLst>
        </pc:spChg>
        <pc:spChg chg="del">
          <ac:chgData name="BARRI Fatima Zahrae" userId="S::f.barri@ocpgroup.ma::955f64a9-93f6-47c0-8f3b-c238702abece" providerId="AD" clId="Web-{8F27385C-79F7-8A1E-4ABD-926EE4D3140C}" dt="2025-11-19T09:21:11.203" v="473"/>
          <ac:spMkLst>
            <pc:docMk/>
            <pc:sldMk cId="1152015650" sldId="274"/>
            <ac:spMk id="25" creationId="{D501B868-1F5F-6966-1B28-608FF4130C69}"/>
          </ac:spMkLst>
        </pc:spChg>
        <pc:spChg chg="del">
          <ac:chgData name="BARRI Fatima Zahrae" userId="S::f.barri@ocpgroup.ma::955f64a9-93f6-47c0-8f3b-c238702abece" providerId="AD" clId="Web-{8F27385C-79F7-8A1E-4ABD-926EE4D3140C}" dt="2025-11-19T09:21:11.203" v="472"/>
          <ac:spMkLst>
            <pc:docMk/>
            <pc:sldMk cId="1152015650" sldId="274"/>
            <ac:spMk id="26" creationId="{FCE18C7D-F327-2EFC-79EC-4D2456B422D3}"/>
          </ac:spMkLst>
        </pc:spChg>
        <pc:spChg chg="del">
          <ac:chgData name="BARRI Fatima Zahrae" userId="S::f.barri@ocpgroup.ma::955f64a9-93f6-47c0-8f3b-c238702abece" providerId="AD" clId="Web-{8F27385C-79F7-8A1E-4ABD-926EE4D3140C}" dt="2025-11-19T09:21:11.203" v="471"/>
          <ac:spMkLst>
            <pc:docMk/>
            <pc:sldMk cId="1152015650" sldId="274"/>
            <ac:spMk id="27" creationId="{E29B0BFB-C51D-12F9-0B7E-0B3935090EA9}"/>
          </ac:spMkLst>
        </pc:spChg>
        <pc:spChg chg="del">
          <ac:chgData name="BARRI Fatima Zahrae" userId="S::f.barri@ocpgroup.ma::955f64a9-93f6-47c0-8f3b-c238702abece" providerId="AD" clId="Web-{8F27385C-79F7-8A1E-4ABD-926EE4D3140C}" dt="2025-11-19T09:21:11.203" v="470"/>
          <ac:spMkLst>
            <pc:docMk/>
            <pc:sldMk cId="1152015650" sldId="274"/>
            <ac:spMk id="28" creationId="{961C2EEB-F821-F5E0-17B5-099F90D2B90A}"/>
          </ac:spMkLst>
        </pc:spChg>
        <pc:spChg chg="add del mod">
          <ac:chgData name="BARRI Fatima Zahrae" userId="S::f.barri@ocpgroup.ma::955f64a9-93f6-47c0-8f3b-c238702abece" providerId="AD" clId="Web-{8F27385C-79F7-8A1E-4ABD-926EE4D3140C}" dt="2025-11-19T09:40:12.100" v="701"/>
          <ac:spMkLst>
            <pc:docMk/>
            <pc:sldMk cId="1152015650" sldId="274"/>
            <ac:spMk id="31" creationId="{F94092C7-6713-468F-7535-494E0B772299}"/>
          </ac:spMkLst>
        </pc:spChg>
        <pc:spChg chg="add del mod">
          <ac:chgData name="BARRI Fatima Zahrae" userId="S::f.barri@ocpgroup.ma::955f64a9-93f6-47c0-8f3b-c238702abece" providerId="AD" clId="Web-{8F27385C-79F7-8A1E-4ABD-926EE4D3140C}" dt="2025-11-19T09:34:16.919" v="618"/>
          <ac:spMkLst>
            <pc:docMk/>
            <pc:sldMk cId="1152015650" sldId="274"/>
            <ac:spMk id="32" creationId="{A5941E6A-05C8-ABD2-F440-06BBA2784C4E}"/>
          </ac:spMkLst>
        </pc:spChg>
        <pc:spChg chg="add del">
          <ac:chgData name="BARRI Fatima Zahrae" userId="S::f.barri@ocpgroup.ma::955f64a9-93f6-47c0-8f3b-c238702abece" providerId="AD" clId="Web-{8F27385C-79F7-8A1E-4ABD-926EE4D3140C}" dt="2025-11-19T09:31:46.096" v="581"/>
          <ac:spMkLst>
            <pc:docMk/>
            <pc:sldMk cId="1152015650" sldId="274"/>
            <ac:spMk id="33" creationId="{7BA709FD-418C-82DA-0A1C-B3EC4AE3B06A}"/>
          </ac:spMkLst>
        </pc:spChg>
        <pc:spChg chg="mod">
          <ac:chgData name="BARRI Fatima Zahrae" userId="S::f.barri@ocpgroup.ma::955f64a9-93f6-47c0-8f3b-c238702abece" providerId="AD" clId="Web-{8F27385C-79F7-8A1E-4ABD-926EE4D3140C}" dt="2025-11-19T09:41:43.150" v="718" actId="1076"/>
          <ac:spMkLst>
            <pc:docMk/>
            <pc:sldMk cId="1152015650" sldId="274"/>
            <ac:spMk id="34" creationId="{DD92FBDD-7AA5-54BA-DAD2-90277F3A7BF7}"/>
          </ac:spMkLst>
        </pc:spChg>
        <pc:spChg chg="add del">
          <ac:chgData name="BARRI Fatima Zahrae" userId="S::f.barri@ocpgroup.ma::955f64a9-93f6-47c0-8f3b-c238702abece" providerId="AD" clId="Web-{8F27385C-79F7-8A1E-4ABD-926EE4D3140C}" dt="2025-11-19T09:31:46.096" v="580"/>
          <ac:spMkLst>
            <pc:docMk/>
            <pc:sldMk cId="1152015650" sldId="274"/>
            <ac:spMk id="35" creationId="{3B0B2836-4F85-F6D9-51E7-EEF949F470BA}"/>
          </ac:spMkLst>
        </pc:spChg>
        <pc:spChg chg="add del mod">
          <ac:chgData name="BARRI Fatima Zahrae" userId="S::f.barri@ocpgroup.ma::955f64a9-93f6-47c0-8f3b-c238702abece" providerId="AD" clId="Web-{8F27385C-79F7-8A1E-4ABD-926EE4D3140C}" dt="2025-11-19T09:40:26.585" v="703"/>
          <ac:spMkLst>
            <pc:docMk/>
            <pc:sldMk cId="1152015650" sldId="274"/>
            <ac:spMk id="37" creationId="{AF5A5791-3CF6-F988-3725-4DD811AA0EB8}"/>
          </ac:spMkLst>
        </pc:spChg>
        <pc:spChg chg="mod">
          <ac:chgData name="BARRI Fatima Zahrae" userId="S::f.barri@ocpgroup.ma::955f64a9-93f6-47c0-8f3b-c238702abece" providerId="AD" clId="Web-{8F27385C-79F7-8A1E-4ABD-926EE4D3140C}" dt="2025-11-19T09:40:23.554" v="702" actId="20577"/>
          <ac:spMkLst>
            <pc:docMk/>
            <pc:sldMk cId="1152015650" sldId="274"/>
            <ac:spMk id="38" creationId="{3F5DB097-3429-275C-FB1C-20B600792B93}"/>
          </ac:spMkLst>
        </pc:spChg>
        <pc:spChg chg="add del mod">
          <ac:chgData name="BARRI Fatima Zahrae" userId="S::f.barri@ocpgroup.ma::955f64a9-93f6-47c0-8f3b-c238702abece" providerId="AD" clId="Web-{8F27385C-79F7-8A1E-4ABD-926EE4D3140C}" dt="2025-11-19T09:40:12.100" v="700"/>
          <ac:spMkLst>
            <pc:docMk/>
            <pc:sldMk cId="1152015650" sldId="274"/>
            <ac:spMk id="39" creationId="{DB9945D3-84DA-5160-8D82-19344CB17373}"/>
          </ac:spMkLst>
        </pc:spChg>
        <pc:spChg chg="add del mod">
          <ac:chgData name="BARRI Fatima Zahrae" userId="S::f.barri@ocpgroup.ma::955f64a9-93f6-47c0-8f3b-c238702abece" providerId="AD" clId="Web-{8F27385C-79F7-8A1E-4ABD-926EE4D3140C}" dt="2025-11-19T09:40:12.100" v="699"/>
          <ac:spMkLst>
            <pc:docMk/>
            <pc:sldMk cId="1152015650" sldId="274"/>
            <ac:spMk id="40" creationId="{94664747-CE26-937F-A4E9-EFD9A354B65C}"/>
          </ac:spMkLst>
        </pc:spChg>
        <pc:spChg chg="add del mod">
          <ac:chgData name="BARRI Fatima Zahrae" userId="S::f.barri@ocpgroup.ma::955f64a9-93f6-47c0-8f3b-c238702abece" providerId="AD" clId="Web-{8F27385C-79F7-8A1E-4ABD-926EE4D3140C}" dt="2025-11-19T09:40:08.944" v="697"/>
          <ac:spMkLst>
            <pc:docMk/>
            <pc:sldMk cId="1152015650" sldId="274"/>
            <ac:spMk id="41" creationId="{07D4E5AF-2E9D-8681-3F82-B3096D191BE5}"/>
          </ac:spMkLst>
        </pc:spChg>
        <pc:spChg chg="add del mod">
          <ac:chgData name="BARRI Fatima Zahrae" userId="S::f.barri@ocpgroup.ma::955f64a9-93f6-47c0-8f3b-c238702abece" providerId="AD" clId="Web-{8F27385C-79F7-8A1E-4ABD-926EE4D3140C}" dt="2025-11-19T09:40:08.944" v="696"/>
          <ac:spMkLst>
            <pc:docMk/>
            <pc:sldMk cId="1152015650" sldId="274"/>
            <ac:spMk id="42" creationId="{01E49158-038D-0543-2AF7-3838A32769F7}"/>
          </ac:spMkLst>
        </pc:spChg>
        <pc:spChg chg="add del mod ord">
          <ac:chgData name="BARRI Fatima Zahrae" userId="S::f.barri@ocpgroup.ma::955f64a9-93f6-47c0-8f3b-c238702abece" providerId="AD" clId="Web-{8F27385C-79F7-8A1E-4ABD-926EE4D3140C}" dt="2025-11-19T09:40:08.944" v="698"/>
          <ac:spMkLst>
            <pc:docMk/>
            <pc:sldMk cId="1152015650" sldId="274"/>
            <ac:spMk id="43" creationId="{7539E645-FCC0-8A2B-2CB4-E110A02722A5}"/>
          </ac:spMkLst>
        </pc:spChg>
        <pc:cxnChg chg="del">
          <ac:chgData name="BARRI Fatima Zahrae" userId="S::f.barri@ocpgroup.ma::955f64a9-93f6-47c0-8f3b-c238702abece" providerId="AD" clId="Web-{8F27385C-79F7-8A1E-4ABD-926EE4D3140C}" dt="2025-11-19T09:21:11.218" v="488"/>
          <ac:cxnSpMkLst>
            <pc:docMk/>
            <pc:sldMk cId="1152015650" sldId="274"/>
            <ac:cxnSpMk id="6" creationId="{F215E9F5-4B69-2FBD-579F-A6EC4ED0F81F}"/>
          </ac:cxnSpMkLst>
        </pc:cxnChg>
        <pc:cxnChg chg="del">
          <ac:chgData name="BARRI Fatima Zahrae" userId="S::f.barri@ocpgroup.ma::955f64a9-93f6-47c0-8f3b-c238702abece" providerId="AD" clId="Web-{8F27385C-79F7-8A1E-4ABD-926EE4D3140C}" dt="2025-11-19T09:21:11.218" v="487"/>
          <ac:cxnSpMkLst>
            <pc:docMk/>
            <pc:sldMk cId="1152015650" sldId="274"/>
            <ac:cxnSpMk id="7" creationId="{7605B730-61A6-62CF-FBB2-3C60D61F4778}"/>
          </ac:cxnSpMkLst>
        </pc:cxnChg>
        <pc:cxnChg chg="del">
          <ac:chgData name="BARRI Fatima Zahrae" userId="S::f.barri@ocpgroup.ma::955f64a9-93f6-47c0-8f3b-c238702abece" providerId="AD" clId="Web-{8F27385C-79F7-8A1E-4ABD-926EE4D3140C}" dt="2025-11-19T09:21:11.218" v="492"/>
          <ac:cxnSpMkLst>
            <pc:docMk/>
            <pc:sldMk cId="1152015650" sldId="274"/>
            <ac:cxnSpMk id="8" creationId="{54F5EA75-54A8-DB7D-AFA8-812A9B087CB6}"/>
          </ac:cxnSpMkLst>
        </pc:cxnChg>
        <pc:cxnChg chg="del">
          <ac:chgData name="BARRI Fatima Zahrae" userId="S::f.barri@ocpgroup.ma::955f64a9-93f6-47c0-8f3b-c238702abece" providerId="AD" clId="Web-{8F27385C-79F7-8A1E-4ABD-926EE4D3140C}" dt="2025-11-19T09:21:11.218" v="482"/>
          <ac:cxnSpMkLst>
            <pc:docMk/>
            <pc:sldMk cId="1152015650" sldId="274"/>
            <ac:cxnSpMk id="14" creationId="{B17F8450-C36D-5BFF-9897-2D343CBC56F9}"/>
          </ac:cxnSpMkLst>
        </pc:cxnChg>
        <pc:cxnChg chg="del">
          <ac:chgData name="BARRI Fatima Zahrae" userId="S::f.barri@ocpgroup.ma::955f64a9-93f6-47c0-8f3b-c238702abece" providerId="AD" clId="Web-{8F27385C-79F7-8A1E-4ABD-926EE4D3140C}" dt="2025-11-19T09:21:11.203" v="478"/>
          <ac:cxnSpMkLst>
            <pc:docMk/>
            <pc:sldMk cId="1152015650" sldId="274"/>
            <ac:cxnSpMk id="16" creationId="{9E50EAC7-0CE0-5C35-10B6-EAC6AA4FD511}"/>
          </ac:cxnSpMkLst>
        </pc:cxnChg>
        <pc:cxnChg chg="del">
          <ac:chgData name="BARRI Fatima Zahrae" userId="S::f.barri@ocpgroup.ma::955f64a9-93f6-47c0-8f3b-c238702abece" providerId="AD" clId="Web-{8F27385C-79F7-8A1E-4ABD-926EE4D3140C}" dt="2025-11-19T09:21:11.203" v="479"/>
          <ac:cxnSpMkLst>
            <pc:docMk/>
            <pc:sldMk cId="1152015650" sldId="274"/>
            <ac:cxnSpMk id="19" creationId="{0FC40DBF-A715-2775-51C5-1A5FD1942C5E}"/>
          </ac:cxnSpMkLst>
        </pc:cxnChg>
        <pc:cxnChg chg="del">
          <ac:chgData name="BARRI Fatima Zahrae" userId="S::f.barri@ocpgroup.ma::955f64a9-93f6-47c0-8f3b-c238702abece" providerId="AD" clId="Web-{8F27385C-79F7-8A1E-4ABD-926EE4D3140C}" dt="2025-11-19T09:21:11.203" v="469"/>
          <ac:cxnSpMkLst>
            <pc:docMk/>
            <pc:sldMk cId="1152015650" sldId="274"/>
            <ac:cxnSpMk id="29" creationId="{E7E79242-449E-66FF-4938-3C0E310ECB2F}"/>
          </ac:cxnSpMkLst>
        </pc:cxnChg>
      </pc:sldChg>
      <pc:sldChg chg="add replId">
        <pc:chgData name="BARRI Fatima Zahrae" userId="S::f.barri@ocpgroup.ma::955f64a9-93f6-47c0-8f3b-c238702abece" providerId="AD" clId="Web-{8F27385C-79F7-8A1E-4ABD-926EE4D3140C}" dt="2025-11-19T09:40:00.678" v="691"/>
        <pc:sldMkLst>
          <pc:docMk/>
          <pc:sldMk cId="3391386589" sldId="275"/>
        </pc:sldMkLst>
      </pc:sldChg>
    </pc:docChg>
  </pc:docChgLst>
  <pc:docChgLst>
    <pc:chgData name="BARRI Fatima Zahrae" userId="955f64a9-93f6-47c0-8f3b-c238702abece" providerId="ADAL" clId="{E0F9832B-5CF6-46AC-9073-3DF2650ADC63}"/>
    <pc:docChg chg="undo custSel addSld delSld modSld">
      <pc:chgData name="BARRI Fatima Zahrae" userId="955f64a9-93f6-47c0-8f3b-c238702abece" providerId="ADAL" clId="{E0F9832B-5CF6-46AC-9073-3DF2650ADC63}" dt="2025-11-17T09:34:45.774" v="116" actId="2696"/>
      <pc:docMkLst>
        <pc:docMk/>
      </pc:docMkLst>
      <pc:sldChg chg="addSp delSp modSp add mod">
        <pc:chgData name="BARRI Fatima Zahrae" userId="955f64a9-93f6-47c0-8f3b-c238702abece" providerId="ADAL" clId="{E0F9832B-5CF6-46AC-9073-3DF2650ADC63}" dt="2025-11-17T09:34:31.941" v="114" actId="1035"/>
        <pc:sldMkLst>
          <pc:docMk/>
          <pc:sldMk cId="733431623" sldId="272"/>
        </pc:sldMkLst>
        <pc:spChg chg="mod">
          <ac:chgData name="BARRI Fatima Zahrae" userId="955f64a9-93f6-47c0-8f3b-c238702abece" providerId="ADAL" clId="{E0F9832B-5CF6-46AC-9073-3DF2650ADC63}" dt="2025-11-17T09:26:38.448" v="21" actId="1076"/>
          <ac:spMkLst>
            <pc:docMk/>
            <pc:sldMk cId="733431623" sldId="272"/>
            <ac:spMk id="12" creationId="{65D9DB24-5842-7E16-CF33-348C42309C8B}"/>
          </ac:spMkLst>
        </pc:spChg>
        <pc:spChg chg="add del mod">
          <ac:chgData name="BARRI Fatima Zahrae" userId="955f64a9-93f6-47c0-8f3b-c238702abece" providerId="ADAL" clId="{E0F9832B-5CF6-46AC-9073-3DF2650ADC63}" dt="2025-11-17T09:26:38.448" v="21" actId="1076"/>
          <ac:spMkLst>
            <pc:docMk/>
            <pc:sldMk cId="733431623" sldId="272"/>
            <ac:spMk id="13" creationId="{01D0E02A-A3D8-304B-B0C3-ED9A208A12D6}"/>
          </ac:spMkLst>
        </pc:spChg>
        <pc:spChg chg="add mod">
          <ac:chgData name="BARRI Fatima Zahrae" userId="955f64a9-93f6-47c0-8f3b-c238702abece" providerId="ADAL" clId="{E0F9832B-5CF6-46AC-9073-3DF2650ADC63}" dt="2025-11-17T09:33:36.472" v="105" actId="207"/>
          <ac:spMkLst>
            <pc:docMk/>
            <pc:sldMk cId="733431623" sldId="272"/>
            <ac:spMk id="14" creationId="{A0E6C35B-7309-4B93-AD04-E57EC78D33E6}"/>
          </ac:spMkLst>
        </pc:spChg>
        <pc:spChg chg="add del">
          <ac:chgData name="BARRI Fatima Zahrae" userId="955f64a9-93f6-47c0-8f3b-c238702abece" providerId="ADAL" clId="{E0F9832B-5CF6-46AC-9073-3DF2650ADC63}" dt="2025-11-17T09:26:32.173" v="20" actId="478"/>
          <ac:spMkLst>
            <pc:docMk/>
            <pc:sldMk cId="733431623" sldId="272"/>
            <ac:spMk id="16" creationId="{E5584BFC-175A-160B-5A2B-2EAA5231CC1D}"/>
          </ac:spMkLst>
        </pc:spChg>
        <pc:spChg chg="add mod">
          <ac:chgData name="BARRI Fatima Zahrae" userId="955f64a9-93f6-47c0-8f3b-c238702abece" providerId="ADAL" clId="{E0F9832B-5CF6-46AC-9073-3DF2650ADC63}" dt="2025-11-17T09:33:36.472" v="105" actId="207"/>
          <ac:spMkLst>
            <pc:docMk/>
            <pc:sldMk cId="733431623" sldId="272"/>
            <ac:spMk id="17" creationId="{FAB0511E-C446-87BE-FC88-43F1A7F2032E}"/>
          </ac:spMkLst>
        </pc:spChg>
        <pc:spChg chg="mod">
          <ac:chgData name="BARRI Fatima Zahrae" userId="955f64a9-93f6-47c0-8f3b-c238702abece" providerId="ADAL" clId="{E0F9832B-5CF6-46AC-9073-3DF2650ADC63}" dt="2025-11-17T09:26:38.448" v="21" actId="1076"/>
          <ac:spMkLst>
            <pc:docMk/>
            <pc:sldMk cId="733431623" sldId="272"/>
            <ac:spMk id="18" creationId="{D5FF2A91-7DF9-A7E8-0A9F-2EBC6B568FCE}"/>
          </ac:spMkLst>
        </pc:spChg>
        <pc:spChg chg="add mod">
          <ac:chgData name="BARRI Fatima Zahrae" userId="955f64a9-93f6-47c0-8f3b-c238702abece" providerId="ADAL" clId="{E0F9832B-5CF6-46AC-9073-3DF2650ADC63}" dt="2025-11-17T09:29:52.140" v="44" actId="1076"/>
          <ac:spMkLst>
            <pc:docMk/>
            <pc:sldMk cId="733431623" sldId="272"/>
            <ac:spMk id="21" creationId="{1446E11A-DE41-323D-88FF-758683A325AB}"/>
          </ac:spMkLst>
        </pc:spChg>
        <pc:spChg chg="add mod">
          <ac:chgData name="BARRI Fatima Zahrae" userId="955f64a9-93f6-47c0-8f3b-c238702abece" providerId="ADAL" clId="{E0F9832B-5CF6-46AC-9073-3DF2650ADC63}" dt="2025-11-17T09:33:21.409" v="104" actId="14100"/>
          <ac:spMkLst>
            <pc:docMk/>
            <pc:sldMk cId="733431623" sldId="272"/>
            <ac:spMk id="23" creationId="{62D50993-46A7-1C6F-1B24-8F5057EEEC41}"/>
          </ac:spMkLst>
        </pc:spChg>
        <pc:spChg chg="add del mod">
          <ac:chgData name="BARRI Fatima Zahrae" userId="955f64a9-93f6-47c0-8f3b-c238702abece" providerId="ADAL" clId="{E0F9832B-5CF6-46AC-9073-3DF2650ADC63}" dt="2025-11-17T09:32:54.313" v="101" actId="108"/>
          <ac:spMkLst>
            <pc:docMk/>
            <pc:sldMk cId="733431623" sldId="272"/>
            <ac:spMk id="55" creationId="{1903F4A0-B38B-ECE6-CCD0-1E20D1747430}"/>
          </ac:spMkLst>
        </pc:spChg>
        <pc:picChg chg="add mod">
          <ac:chgData name="BARRI Fatima Zahrae" userId="955f64a9-93f6-47c0-8f3b-c238702abece" providerId="ADAL" clId="{E0F9832B-5CF6-46AC-9073-3DF2650ADC63}" dt="2025-11-17T09:34:31.941" v="114" actId="1035"/>
          <ac:picMkLst>
            <pc:docMk/>
            <pc:sldMk cId="733431623" sldId="272"/>
            <ac:picMk id="25" creationId="{AF2412A4-85DD-5814-B926-4250B64491CF}"/>
          </ac:picMkLst>
        </pc:picChg>
      </pc:sldChg>
      <pc:sldMasterChg chg="delSldLayout">
        <pc:chgData name="BARRI Fatima Zahrae" userId="955f64a9-93f6-47c0-8f3b-c238702abece" providerId="ADAL" clId="{E0F9832B-5CF6-46AC-9073-3DF2650ADC63}" dt="2025-11-17T09:34:45.774" v="116" actId="2696"/>
        <pc:sldMasterMkLst>
          <pc:docMk/>
          <pc:sldMasterMk cId="3515930270" sldId="2147483648"/>
        </pc:sldMasterMkLst>
      </pc:sldMasterChg>
    </pc:docChg>
  </pc:docChgLst>
  <pc:docChgLst>
    <pc:chgData name="BARRI Fatima Zahrae" userId="S::f.barri@ocpgroup.ma::955f64a9-93f6-47c0-8f3b-c238702abece" providerId="AD" clId="Web-{5F5761F9-0683-1ED4-F4D1-F7E4E485435C}"/>
    <pc:docChg chg="addSld modSld sldOrd">
      <pc:chgData name="BARRI Fatima Zahrae" userId="S::f.barri@ocpgroup.ma::955f64a9-93f6-47c0-8f3b-c238702abece" providerId="AD" clId="Web-{5F5761F9-0683-1ED4-F4D1-F7E4E485435C}" dt="2025-11-19T10:50:36.946" v="193"/>
      <pc:docMkLst>
        <pc:docMk/>
      </pc:docMkLst>
      <pc:sldChg chg="addSp delSp modSp ord">
        <pc:chgData name="BARRI Fatima Zahrae" userId="S::f.barri@ocpgroup.ma::955f64a9-93f6-47c0-8f3b-c238702abece" providerId="AD" clId="Web-{5F5761F9-0683-1ED4-F4D1-F7E4E485435C}" dt="2025-11-19T10:50:30.805" v="192"/>
        <pc:sldMkLst>
          <pc:docMk/>
          <pc:sldMk cId="1027259667" sldId="273"/>
        </pc:sldMkLst>
        <pc:spChg chg="mod">
          <ac:chgData name="BARRI Fatima Zahrae" userId="S::f.barri@ocpgroup.ma::955f64a9-93f6-47c0-8f3b-c238702abece" providerId="AD" clId="Web-{5F5761F9-0683-1ED4-F4D1-F7E4E485435C}" dt="2025-11-19T09:46:30.251" v="52" actId="20577"/>
          <ac:spMkLst>
            <pc:docMk/>
            <pc:sldMk cId="1027259667" sldId="273"/>
            <ac:spMk id="11" creationId="{53745773-18BA-6FCE-F868-58700AA92DB6}"/>
          </ac:spMkLst>
        </pc:spChg>
        <pc:spChg chg="add">
          <ac:chgData name="BARRI Fatima Zahrae" userId="S::f.barri@ocpgroup.ma::955f64a9-93f6-47c0-8f3b-c238702abece" providerId="AD" clId="Web-{5F5761F9-0683-1ED4-F4D1-F7E4E485435C}" dt="2025-11-19T10:18:33.166" v="66"/>
          <ac:spMkLst>
            <pc:docMk/>
            <pc:sldMk cId="1027259667" sldId="273"/>
            <ac:spMk id="20" creationId="{DDC04980-E5B4-251E-345F-ABFD8E26FFB6}"/>
          </ac:spMkLst>
        </pc:spChg>
        <pc:spChg chg="add del">
          <ac:chgData name="BARRI Fatima Zahrae" userId="S::f.barri@ocpgroup.ma::955f64a9-93f6-47c0-8f3b-c238702abece" providerId="AD" clId="Web-{5F5761F9-0683-1ED4-F4D1-F7E4E485435C}" dt="2025-11-19T10:35:30.844" v="72"/>
          <ac:spMkLst>
            <pc:docMk/>
            <pc:sldMk cId="1027259667" sldId="273"/>
            <ac:spMk id="21" creationId="{B14C3770-A9A3-5508-1D81-B2E483872521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11:04.263" v="53" actId="20577"/>
          <ac:spMkLst>
            <pc:docMk/>
            <pc:sldMk cId="1027259667" sldId="273"/>
            <ac:spMk id="42" creationId="{0CD8B4DE-F792-BEF9-25FC-DFA576F1DDCA}"/>
          </ac:spMkLst>
        </pc:spChg>
        <pc:picChg chg="add mod">
          <ac:chgData name="BARRI Fatima Zahrae" userId="S::f.barri@ocpgroup.ma::955f64a9-93f6-47c0-8f3b-c238702abece" providerId="AD" clId="Web-{5F5761F9-0683-1ED4-F4D1-F7E4E485435C}" dt="2025-11-19T10:17:17.227" v="55" actId="1076"/>
          <ac:picMkLst>
            <pc:docMk/>
            <pc:sldMk cId="1027259667" sldId="273"/>
            <ac:picMk id="5" creationId="{483D2FDC-8883-C685-0C55-A0B14DF7112D}"/>
          </ac:picMkLst>
        </pc:picChg>
        <pc:cxnChg chg="add del">
          <ac:chgData name="BARRI Fatima Zahrae" userId="S::f.barri@ocpgroup.ma::955f64a9-93f6-47c0-8f3b-c238702abece" providerId="AD" clId="Web-{5F5761F9-0683-1ED4-F4D1-F7E4E485435C}" dt="2025-11-19T10:35:31.547" v="73"/>
          <ac:cxnSpMkLst>
            <pc:docMk/>
            <pc:sldMk cId="1027259667" sldId="273"/>
            <ac:cxnSpMk id="16" creationId="{F0F80B0C-E65A-DD0C-1759-EAC2F1691FF7}"/>
          </ac:cxnSpMkLst>
        </pc:cxnChg>
      </pc:sldChg>
      <pc:sldChg chg="addSp modSp">
        <pc:chgData name="BARRI Fatima Zahrae" userId="S::f.barri@ocpgroup.ma::955f64a9-93f6-47c0-8f3b-c238702abece" providerId="AD" clId="Web-{5F5761F9-0683-1ED4-F4D1-F7E4E485435C}" dt="2025-11-19T10:18:27.509" v="65" actId="20577"/>
        <pc:sldMkLst>
          <pc:docMk/>
          <pc:sldMk cId="1152015650" sldId="274"/>
        </pc:sldMkLst>
        <pc:spChg chg="add mod">
          <ac:chgData name="BARRI Fatima Zahrae" userId="S::f.barri@ocpgroup.ma::955f64a9-93f6-47c0-8f3b-c238702abece" providerId="AD" clId="Web-{5F5761F9-0683-1ED4-F4D1-F7E4E485435C}" dt="2025-11-19T09:46:25.423" v="51" actId="1076"/>
          <ac:spMkLst>
            <pc:docMk/>
            <pc:sldMk cId="1152015650" sldId="274"/>
            <ac:spMk id="2" creationId="{FCBC3A35-0240-E4AB-77B2-00A2A0EE5A15}"/>
          </ac:spMkLst>
        </pc:spChg>
        <pc:spChg chg="add mod ord">
          <ac:chgData name="BARRI Fatima Zahrae" userId="S::f.barri@ocpgroup.ma::955f64a9-93f6-47c0-8f3b-c238702abece" providerId="AD" clId="Web-{5F5761F9-0683-1ED4-F4D1-F7E4E485435C}" dt="2025-11-19T09:46:19.095" v="50" actId="14100"/>
          <ac:spMkLst>
            <pc:docMk/>
            <pc:sldMk cId="1152015650" sldId="274"/>
            <ac:spMk id="3" creationId="{28BE767D-E27D-4C85-FC14-14AE3AC6EE49}"/>
          </ac:spMkLst>
        </pc:spChg>
        <pc:spChg chg="add mod">
          <ac:chgData name="BARRI Fatima Zahrae" userId="S::f.barri@ocpgroup.ma::955f64a9-93f6-47c0-8f3b-c238702abece" providerId="AD" clId="Web-{5F5761F9-0683-1ED4-F4D1-F7E4E485435C}" dt="2025-11-19T10:18:27.509" v="65" actId="20577"/>
          <ac:spMkLst>
            <pc:docMk/>
            <pc:sldMk cId="1152015650" sldId="274"/>
            <ac:spMk id="6" creationId="{ECEBD086-8A6A-2C24-C0EB-F3293078FF0E}"/>
          </ac:spMkLst>
        </pc:spChg>
        <pc:spChg chg="mod">
          <ac:chgData name="BARRI Fatima Zahrae" userId="S::f.barri@ocpgroup.ma::955f64a9-93f6-47c0-8f3b-c238702abece" providerId="AD" clId="Web-{5F5761F9-0683-1ED4-F4D1-F7E4E485435C}" dt="2025-11-19T09:45:35.188" v="36" actId="1076"/>
          <ac:spMkLst>
            <pc:docMk/>
            <pc:sldMk cId="1152015650" sldId="274"/>
            <ac:spMk id="9" creationId="{66D818EF-8638-4AD7-F46F-4D24DBBA7B80}"/>
          </ac:spMkLst>
        </pc:spChg>
        <pc:spChg chg="mod">
          <ac:chgData name="BARRI Fatima Zahrae" userId="S::f.barri@ocpgroup.ma::955f64a9-93f6-47c0-8f3b-c238702abece" providerId="AD" clId="Web-{5F5761F9-0683-1ED4-F4D1-F7E4E485435C}" dt="2025-11-19T09:45:35.204" v="37" actId="1076"/>
          <ac:spMkLst>
            <pc:docMk/>
            <pc:sldMk cId="1152015650" sldId="274"/>
            <ac:spMk id="23" creationId="{ABC33C6A-7E99-1D4E-DB48-03F9B9591489}"/>
          </ac:spMkLst>
        </pc:spChg>
        <pc:spChg chg="mod">
          <ac:chgData name="BARRI Fatima Zahrae" userId="S::f.barri@ocpgroup.ma::955f64a9-93f6-47c0-8f3b-c238702abece" providerId="AD" clId="Web-{5F5761F9-0683-1ED4-F4D1-F7E4E485435C}" dt="2025-11-19T09:45:35.126" v="33" actId="1076"/>
          <ac:spMkLst>
            <pc:docMk/>
            <pc:sldMk cId="1152015650" sldId="274"/>
            <ac:spMk id="34" creationId="{DD92FBDD-7AA5-54BA-DAD2-90277F3A7BF7}"/>
          </ac:spMkLst>
        </pc:spChg>
        <pc:spChg chg="mod">
          <ac:chgData name="BARRI Fatima Zahrae" userId="S::f.barri@ocpgroup.ma::955f64a9-93f6-47c0-8f3b-c238702abece" providerId="AD" clId="Web-{5F5761F9-0683-1ED4-F4D1-F7E4E485435C}" dt="2025-11-19T09:45:35.141" v="34" actId="1076"/>
          <ac:spMkLst>
            <pc:docMk/>
            <pc:sldMk cId="1152015650" sldId="274"/>
            <ac:spMk id="36" creationId="{F8AC376A-618D-AB7E-A9C2-E55ACF8D173E}"/>
          </ac:spMkLst>
        </pc:spChg>
        <pc:spChg chg="mod">
          <ac:chgData name="BARRI Fatima Zahrae" userId="S::f.barri@ocpgroup.ma::955f64a9-93f6-47c0-8f3b-c238702abece" providerId="AD" clId="Web-{5F5761F9-0683-1ED4-F4D1-F7E4E485435C}" dt="2025-11-19T09:45:35.173" v="35" actId="1076"/>
          <ac:spMkLst>
            <pc:docMk/>
            <pc:sldMk cId="1152015650" sldId="274"/>
            <ac:spMk id="38" creationId="{3F5DB097-3429-275C-FB1C-20B600792B93}"/>
          </ac:spMkLst>
        </pc:spChg>
        <pc:picChg chg="add">
          <ac:chgData name="BARRI Fatima Zahrae" userId="S::f.barri@ocpgroup.ma::955f64a9-93f6-47c0-8f3b-c238702abece" providerId="AD" clId="Web-{5F5761F9-0683-1ED4-F4D1-F7E4E485435C}" dt="2025-11-19T10:17:23.055" v="56"/>
          <ac:picMkLst>
            <pc:docMk/>
            <pc:sldMk cId="1152015650" sldId="274"/>
            <ac:picMk id="5" creationId="{93E520DA-75FC-D61A-4A0B-76B8EA535382}"/>
          </ac:picMkLst>
        </pc:picChg>
      </pc:sldChg>
      <pc:sldChg chg="addSp delSp modSp">
        <pc:chgData name="BARRI Fatima Zahrae" userId="S::f.barri@ocpgroup.ma::955f64a9-93f6-47c0-8f3b-c238702abece" providerId="AD" clId="Web-{5F5761F9-0683-1ED4-F4D1-F7E4E485435C}" dt="2025-11-19T10:36:55.206" v="92" actId="1076"/>
        <pc:sldMkLst>
          <pc:docMk/>
          <pc:sldMk cId="3391386589" sldId="275"/>
        </pc:sldMkLst>
        <pc:spChg chg="add del mod">
          <ac:chgData name="BARRI Fatima Zahrae" userId="S::f.barri@ocpgroup.ma::955f64a9-93f6-47c0-8f3b-c238702abece" providerId="AD" clId="Web-{5F5761F9-0683-1ED4-F4D1-F7E4E485435C}" dt="2025-11-19T10:18:40.635" v="69"/>
          <ac:spMkLst>
            <pc:docMk/>
            <pc:sldMk cId="3391386589" sldId="275"/>
            <ac:spMk id="5" creationId="{D36B6786-87E7-DF93-712F-D5E6B63D480E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36:55.206" v="92" actId="1076"/>
          <ac:spMkLst>
            <pc:docMk/>
            <pc:sldMk cId="3391386589" sldId="275"/>
            <ac:spMk id="23" creationId="{76D370B4-715F-8EC1-351D-8F5C89305121}"/>
          </ac:spMkLst>
        </pc:spChg>
        <pc:picChg chg="add">
          <ac:chgData name="BARRI Fatima Zahrae" userId="S::f.barri@ocpgroup.ma::955f64a9-93f6-47c0-8f3b-c238702abece" providerId="AD" clId="Web-{5F5761F9-0683-1ED4-F4D1-F7E4E485435C}" dt="2025-11-19T10:17:27.977" v="57"/>
          <ac:picMkLst>
            <pc:docMk/>
            <pc:sldMk cId="3391386589" sldId="275"/>
            <ac:picMk id="3" creationId="{4041B5ED-99A6-D03E-D5DC-10D53F365903}"/>
          </ac:picMkLst>
        </pc:picChg>
      </pc:sldChg>
      <pc:sldChg chg="delSp modSp add ord replId">
        <pc:chgData name="BARRI Fatima Zahrae" userId="S::f.barri@ocpgroup.ma::955f64a9-93f6-47c0-8f3b-c238702abece" providerId="AD" clId="Web-{5F5761F9-0683-1ED4-F4D1-F7E4E485435C}" dt="2025-11-19T10:50:36.946" v="193"/>
        <pc:sldMkLst>
          <pc:docMk/>
          <pc:sldMk cId="1906483097" sldId="276"/>
        </pc:sldMkLst>
        <pc:spChg chg="mod">
          <ac:chgData name="BARRI Fatima Zahrae" userId="S::f.barri@ocpgroup.ma::955f64a9-93f6-47c0-8f3b-c238702abece" providerId="AD" clId="Web-{5F5761F9-0683-1ED4-F4D1-F7E4E485435C}" dt="2025-11-19T10:39:54.393" v="171" actId="1076"/>
          <ac:spMkLst>
            <pc:docMk/>
            <pc:sldMk cId="1906483097" sldId="276"/>
            <ac:spMk id="2" creationId="{781D2488-CBD3-3A96-1DE3-24BF9AFAF115}"/>
          </ac:spMkLst>
        </pc:spChg>
        <pc:spChg chg="del">
          <ac:chgData name="BARRI Fatima Zahrae" userId="S::f.barri@ocpgroup.ma::955f64a9-93f6-47c0-8f3b-c238702abece" providerId="AD" clId="Web-{5F5761F9-0683-1ED4-F4D1-F7E4E485435C}" dt="2025-11-19T10:35:50.891" v="80"/>
          <ac:spMkLst>
            <pc:docMk/>
            <pc:sldMk cId="1906483097" sldId="276"/>
            <ac:spMk id="3" creationId="{1AF8B7FB-E49C-4681-EB42-F04680F74383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39:54.424" v="172" actId="1076"/>
          <ac:spMkLst>
            <pc:docMk/>
            <pc:sldMk cId="1906483097" sldId="276"/>
            <ac:spMk id="4" creationId="{089BABD0-643F-6499-48EA-9AF5EDDC07E3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39:54.487" v="175" actId="1076"/>
          <ac:spMkLst>
            <pc:docMk/>
            <pc:sldMk cId="1906483097" sldId="276"/>
            <ac:spMk id="10" creationId="{C0AFB0C6-AD1F-22BE-EA81-50E4C248B27A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39:54.518" v="176" actId="1076"/>
          <ac:spMkLst>
            <pc:docMk/>
            <pc:sldMk cId="1906483097" sldId="276"/>
            <ac:spMk id="11" creationId="{BABB10A7-C843-66B5-4AC6-13ECACE879BD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39:54.549" v="177" actId="1076"/>
          <ac:spMkLst>
            <pc:docMk/>
            <pc:sldMk cId="1906483097" sldId="276"/>
            <ac:spMk id="12" creationId="{5D9A5B31-BD9F-8A0D-337F-7B07649EECDE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39:54.581" v="178" actId="1076"/>
          <ac:spMkLst>
            <pc:docMk/>
            <pc:sldMk cId="1906483097" sldId="276"/>
            <ac:spMk id="13" creationId="{11505388-057F-326A-CCB8-3C27CFFBC7DF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39:54.628" v="180" actId="1076"/>
          <ac:spMkLst>
            <pc:docMk/>
            <pc:sldMk cId="1906483097" sldId="276"/>
            <ac:spMk id="15" creationId="{57188CF2-5427-11BE-0047-8AF910011BA0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39:54.659" v="181" actId="1076"/>
          <ac:spMkLst>
            <pc:docMk/>
            <pc:sldMk cId="1906483097" sldId="276"/>
            <ac:spMk id="17" creationId="{FF2A4220-1129-A7A9-8B24-716CFCD75E0C}"/>
          </ac:spMkLst>
        </pc:spChg>
        <pc:spChg chg="del">
          <ac:chgData name="BARRI Fatima Zahrae" userId="S::f.barri@ocpgroup.ma::955f64a9-93f6-47c0-8f3b-c238702abece" providerId="AD" clId="Web-{5F5761F9-0683-1ED4-F4D1-F7E4E485435C}" dt="2025-11-19T10:35:50.719" v="79"/>
          <ac:spMkLst>
            <pc:docMk/>
            <pc:sldMk cId="1906483097" sldId="276"/>
            <ac:spMk id="18" creationId="{2194E2B9-D485-D958-4C57-CE94F3EE122A}"/>
          </ac:spMkLst>
        </pc:spChg>
        <pc:spChg chg="del">
          <ac:chgData name="BARRI Fatima Zahrae" userId="S::f.barri@ocpgroup.ma::955f64a9-93f6-47c0-8f3b-c238702abece" providerId="AD" clId="Web-{5F5761F9-0683-1ED4-F4D1-F7E4E485435C}" dt="2025-11-19T10:35:45.750" v="78"/>
          <ac:spMkLst>
            <pc:docMk/>
            <pc:sldMk cId="1906483097" sldId="276"/>
            <ac:spMk id="21" creationId="{FC60FF39-223D-1646-514A-0ACE691A6F35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39:54.690" v="182" actId="1076"/>
          <ac:spMkLst>
            <pc:docMk/>
            <pc:sldMk cId="1906483097" sldId="276"/>
            <ac:spMk id="22" creationId="{E28F214A-0725-629A-5294-F780810E3D62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40:01.799" v="189" actId="1076"/>
          <ac:spMkLst>
            <pc:docMk/>
            <pc:sldMk cId="1906483097" sldId="276"/>
            <ac:spMk id="24" creationId="{E16504E1-07EB-31F4-0A2B-7CF93CB1970A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40:06.049" v="190" actId="1076"/>
          <ac:spMkLst>
            <pc:docMk/>
            <pc:sldMk cId="1906483097" sldId="276"/>
            <ac:spMk id="25" creationId="{0E2C9F76-45C1-EE82-8A4D-8ADE6387401E}"/>
          </ac:spMkLst>
        </pc:spChg>
        <pc:spChg chg="del mod">
          <ac:chgData name="BARRI Fatima Zahrae" userId="S::f.barri@ocpgroup.ma::955f64a9-93f6-47c0-8f3b-c238702abece" providerId="AD" clId="Web-{5F5761F9-0683-1ED4-F4D1-F7E4E485435C}" dt="2025-11-19T10:35:58.328" v="84"/>
          <ac:spMkLst>
            <pc:docMk/>
            <pc:sldMk cId="1906483097" sldId="276"/>
            <ac:spMk id="28" creationId="{15B60EC4-699C-7F7D-360B-281B590016FA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40:11.003" v="191" actId="20577"/>
          <ac:spMkLst>
            <pc:docMk/>
            <pc:sldMk cId="1906483097" sldId="276"/>
            <ac:spMk id="38" creationId="{F8467CE6-1AC2-F432-42F4-2B044AA9ECAE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39:54.768" v="185" actId="1076"/>
          <ac:spMkLst>
            <pc:docMk/>
            <pc:sldMk cId="1906483097" sldId="276"/>
            <ac:spMk id="39" creationId="{AC33F9E8-8C55-C9F7-9AAB-07F42FE83E03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39:54.799" v="186" actId="1076"/>
          <ac:spMkLst>
            <pc:docMk/>
            <pc:sldMk cId="1906483097" sldId="276"/>
            <ac:spMk id="41" creationId="{FF287126-0E13-E7C6-3B6E-524F0864E333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39:54.831" v="187" actId="1076"/>
          <ac:spMkLst>
            <pc:docMk/>
            <pc:sldMk cId="1906483097" sldId="276"/>
            <ac:spMk id="42" creationId="{9E973FB3-33D5-C846-9906-ED512E39199E}"/>
          </ac:spMkLst>
        </pc:spChg>
        <pc:spChg chg="del mod">
          <ac:chgData name="BARRI Fatima Zahrae" userId="S::f.barri@ocpgroup.ma::955f64a9-93f6-47c0-8f3b-c238702abece" providerId="AD" clId="Web-{5F5761F9-0683-1ED4-F4D1-F7E4E485435C}" dt="2025-11-19T10:36:09.408" v="86"/>
          <ac:spMkLst>
            <pc:docMk/>
            <pc:sldMk cId="1906483097" sldId="276"/>
            <ac:spMk id="43" creationId="{C9B769FD-B701-185A-BBA5-8CA0BA710DFD}"/>
          </ac:spMkLst>
        </pc:spChg>
        <pc:spChg chg="mod">
          <ac:chgData name="BARRI Fatima Zahrae" userId="S::f.barri@ocpgroup.ma::955f64a9-93f6-47c0-8f3b-c238702abece" providerId="AD" clId="Web-{5F5761F9-0683-1ED4-F4D1-F7E4E485435C}" dt="2025-11-19T10:39:54.331" v="169" actId="1076"/>
          <ac:spMkLst>
            <pc:docMk/>
            <pc:sldMk cId="1906483097" sldId="276"/>
            <ac:spMk id="44" creationId="{4CC6ED95-2033-3FC9-5577-AA67B6AF0C13}"/>
          </ac:spMkLst>
        </pc:spChg>
        <pc:cxnChg chg="mod">
          <ac:chgData name="BARRI Fatima Zahrae" userId="S::f.barri@ocpgroup.ma::955f64a9-93f6-47c0-8f3b-c238702abece" providerId="AD" clId="Web-{5F5761F9-0683-1ED4-F4D1-F7E4E485435C}" dt="2025-11-19T10:39:54.456" v="173" actId="1076"/>
          <ac:cxnSpMkLst>
            <pc:docMk/>
            <pc:sldMk cId="1906483097" sldId="276"/>
            <ac:cxnSpMk id="6" creationId="{A9ABBB76-7FC6-65BD-0985-4B175B027CF8}"/>
          </ac:cxnSpMkLst>
        </pc:cxnChg>
        <pc:cxnChg chg="mod">
          <ac:chgData name="BARRI Fatima Zahrae" userId="S::f.barri@ocpgroup.ma::955f64a9-93f6-47c0-8f3b-c238702abece" providerId="AD" clId="Web-{5F5761F9-0683-1ED4-F4D1-F7E4E485435C}" dt="2025-11-19T10:39:54.471" v="174" actId="1076"/>
          <ac:cxnSpMkLst>
            <pc:docMk/>
            <pc:sldMk cId="1906483097" sldId="276"/>
            <ac:cxnSpMk id="7" creationId="{1B26D596-2CD8-D05E-A4E3-6B88DA4C267F}"/>
          </ac:cxnSpMkLst>
        </pc:cxnChg>
        <pc:cxnChg chg="mod">
          <ac:chgData name="BARRI Fatima Zahrae" userId="S::f.barri@ocpgroup.ma::955f64a9-93f6-47c0-8f3b-c238702abece" providerId="AD" clId="Web-{5F5761F9-0683-1ED4-F4D1-F7E4E485435C}" dt="2025-11-19T10:39:54.362" v="170" actId="1076"/>
          <ac:cxnSpMkLst>
            <pc:docMk/>
            <pc:sldMk cId="1906483097" sldId="276"/>
            <ac:cxnSpMk id="8" creationId="{E0BAE35B-EAB3-648F-B6F6-4390098BA894}"/>
          </ac:cxnSpMkLst>
        </pc:cxnChg>
        <pc:cxnChg chg="mod">
          <ac:chgData name="BARRI Fatima Zahrae" userId="S::f.barri@ocpgroup.ma::955f64a9-93f6-47c0-8f3b-c238702abece" providerId="AD" clId="Web-{5F5761F9-0683-1ED4-F4D1-F7E4E485435C}" dt="2025-11-19T10:39:54.596" v="179" actId="1076"/>
          <ac:cxnSpMkLst>
            <pc:docMk/>
            <pc:sldMk cId="1906483097" sldId="276"/>
            <ac:cxnSpMk id="14" creationId="{896CD114-D441-7A7F-9A90-06D77C1E7ADF}"/>
          </ac:cxnSpMkLst>
        </pc:cxnChg>
        <pc:cxnChg chg="del">
          <ac:chgData name="BARRI Fatima Zahrae" userId="S::f.barri@ocpgroup.ma::955f64a9-93f6-47c0-8f3b-c238702abece" providerId="AD" clId="Web-{5F5761F9-0683-1ED4-F4D1-F7E4E485435C}" dt="2025-11-19T10:35:44.578" v="77"/>
          <ac:cxnSpMkLst>
            <pc:docMk/>
            <pc:sldMk cId="1906483097" sldId="276"/>
            <ac:cxnSpMk id="16" creationId="{45E3C484-1AA8-4A3C-D0BA-DE488A0456B3}"/>
          </ac:cxnSpMkLst>
        </pc:cxnChg>
        <pc:cxnChg chg="del">
          <ac:chgData name="BARRI Fatima Zahrae" userId="S::f.barri@ocpgroup.ma::955f64a9-93f6-47c0-8f3b-c238702abece" providerId="AD" clId="Web-{5F5761F9-0683-1ED4-F4D1-F7E4E485435C}" dt="2025-11-19T10:35:44.516" v="76"/>
          <ac:cxnSpMkLst>
            <pc:docMk/>
            <pc:sldMk cId="1906483097" sldId="276"/>
            <ac:cxnSpMk id="19" creationId="{71070909-A305-82E6-3398-244D6ED2972C}"/>
          </ac:cxnSpMkLst>
        </pc:cxnChg>
        <pc:cxnChg chg="del">
          <ac:chgData name="BARRI Fatima Zahrae" userId="S::f.barri@ocpgroup.ma::955f64a9-93f6-47c0-8f3b-c238702abece" providerId="AD" clId="Web-{5F5761F9-0683-1ED4-F4D1-F7E4E485435C}" dt="2025-11-19T10:35:55.109" v="82"/>
          <ac:cxnSpMkLst>
            <pc:docMk/>
            <pc:sldMk cId="1906483097" sldId="276"/>
            <ac:cxnSpMk id="29" creationId="{128CB00C-573A-D80C-2ED9-CBC878B57AB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C6182-4985-4D44-BB70-F41891166E0D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8C1B65-7DAE-4FEE-B839-C789C3B2AE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3556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0D5795-2E3D-DF92-132F-47C89B666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1B844A-0C49-2386-657C-E867CA317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5B3649-04BE-B2E6-33A3-E4403191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742B-5137-47CC-9F91-888865767016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8A307C-61CE-F77E-E67E-3A5C9E0FE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57EEA6-6EC3-95C9-7426-C733515E4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5AA4-634F-45BD-BF1A-EC3B825020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250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F21823-EEB3-D7C9-AF73-27D7DAA63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5C9C19-B416-41C6-0423-548C708A1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8B4609-9C24-1884-DE6C-3442532F1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742B-5137-47CC-9F91-888865767016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B413F0-8FAF-DB88-C1F4-1F0731956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F65792-6CBE-F691-EFB4-E5E56E789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5AA4-634F-45BD-BF1A-EC3B825020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665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4E99A6-4D7E-F577-EA97-53BCA8F6B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412823-5886-8CF4-5226-DF7E1FA12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31F407-75C0-63C1-EEB9-1B8544AA5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742B-5137-47CC-9F91-888865767016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DBCED4-18B1-4A63-9C19-FC54C45C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BD13D2-CDFA-4CD3-7FA0-1EAA3EBA7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5AA4-634F-45BD-BF1A-EC3B825020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1303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AF7EDC-361E-CABE-73ED-AF26D742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A6A606-E70A-5A69-9AB4-965C7A00F5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4B95CDA-E784-D55B-973D-8B7CB6850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8CAFE6-AB90-7830-C53D-8495D10A9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742B-5137-47CC-9F91-888865767016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C3C738-960C-1C77-10A0-BC1DF32F2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C1B77E-A83E-45A5-5271-AE4FA9BCA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5AA4-634F-45BD-BF1A-EC3B825020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7740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2E2F21-7437-5CA7-1299-5D2071952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643AAB-8B44-17DA-F613-2D4B0A139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C137859-9A30-D60C-3AB4-166F5EE5E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9989739-D632-E49A-E8AD-F6C0BEEEB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14D62CF-F8D5-5BF5-5EC1-E6C4B94EAC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8F9D70A-73A2-810B-F74F-13B6C7020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742B-5137-47CC-9F91-888865767016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5BF70F0-41BC-BA6B-6DF9-A08170D01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E399F27-4C14-795E-3516-BDC59BF9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5AA4-634F-45BD-BF1A-EC3B825020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121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B3E954-7F21-35B4-3776-7FB1C89B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532C20C-C706-0B99-9EA9-074E16347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742B-5137-47CC-9F91-888865767016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26B86F9-D0E1-6592-FC99-7EA687FB5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3021372-EECA-D736-9790-30FC8312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5AA4-634F-45BD-BF1A-EC3B825020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12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7900E03-E945-8BE5-5BDF-D61EB5238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742B-5137-47CC-9F91-888865767016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6EF9D8-2F82-38C3-E881-CB1EF28F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6745C9-ED6D-6745-8D52-4B1AABCBF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5AA4-634F-45BD-BF1A-EC3B825020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9328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D99298-D443-0C00-29CB-D0C26583B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0C01ED-54E8-CE6E-A5ED-CBBA8B34F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A062C5-E773-6AE7-181F-DAF39CC4D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F61C0F-672E-CFC1-EDAB-78A1D65A0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742B-5137-47CC-9F91-888865767016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7A95DE-E9AA-A799-6545-75D81045F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E2810E9-73AE-66BC-ADF6-85EDCF5C2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5AA4-634F-45BD-BF1A-EC3B825020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3656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A3640C-330A-2637-19AA-74C4ED614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81785E1-4616-DF94-D6FC-9B20C663FA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01A3572-59A9-433A-75B1-A5E744CBA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9D3BBA-0A9E-61F3-AC91-8554EFA6E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742B-5137-47CC-9F91-888865767016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E1A560-3418-8589-33AC-C87124547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C17BD8-456F-66DF-35A5-435AEFE4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5AA4-634F-45BD-BF1A-EC3B825020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624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A6413-D411-2A7B-816F-666DAAE72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7A8E150-871C-4033-777D-BDEDFBB13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0A1461-F3F6-BF84-E92E-7EFDCAEE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742B-5137-47CC-9F91-888865767016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A5D130-7A70-E9B9-B4A8-FA9DFB720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B224D-F937-36FC-FB5A-BC6B973FB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5AA4-634F-45BD-BF1A-EC3B825020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94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9023C14-9367-9C55-9161-14985DB306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D0B1648-E07B-359F-BF6F-408FF61B2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BB5C96-01CA-8C13-8FE4-3C1D62382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742B-5137-47CC-9F91-888865767016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D99087-F12F-9531-A69C-858AC01AC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257B1C-546E-BA8F-BBB6-D3A500035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5AA4-634F-45BD-BF1A-EC3B825020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731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6251B4-5B05-1CE6-D1D8-D5DCA357C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8B3D70-EE55-8069-2310-D05673BBF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8A3CDD-44ED-A2AF-C92C-799A2E7D6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C742B-5137-47CC-9F91-888865767016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4DAB12-FBAB-6372-784B-B51D9D0B7F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EE68A8-0A20-1198-E9B1-55C63D0615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E5AA4-634F-45BD-BF1A-EC3B825020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593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FC8DC-88AC-BCD2-B392-5D28C8B36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BE767D-E27D-4C85-FC14-14AE3AC6EE49}"/>
              </a:ext>
            </a:extLst>
          </p:cNvPr>
          <p:cNvSpPr/>
          <p:nvPr/>
        </p:nvSpPr>
        <p:spPr>
          <a:xfrm>
            <a:off x="775143" y="223137"/>
            <a:ext cx="11097235" cy="994193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0DAE33-FFEE-0D3E-758B-C50871465DC1}"/>
              </a:ext>
            </a:extLst>
          </p:cNvPr>
          <p:cNvSpPr/>
          <p:nvPr/>
        </p:nvSpPr>
        <p:spPr>
          <a:xfrm>
            <a:off x="651" y="-1714"/>
            <a:ext cx="379269" cy="6865340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92FBDD-7AA5-54BA-DAD2-90277F3A7BF7}"/>
              </a:ext>
            </a:extLst>
          </p:cNvPr>
          <p:cNvSpPr/>
          <p:nvPr/>
        </p:nvSpPr>
        <p:spPr>
          <a:xfrm>
            <a:off x="1282042" y="1652452"/>
            <a:ext cx="8657068" cy="366053"/>
          </a:xfrm>
          <a:prstGeom prst="rect">
            <a:avLst/>
          </a:prstGeom>
          <a:solidFill>
            <a:srgbClr val="E4F0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white"/>
              </a:solidFill>
              <a:latin typeface="Arial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8AC376A-618D-AB7E-A9C2-E55ACF8D173E}"/>
              </a:ext>
            </a:extLst>
          </p:cNvPr>
          <p:cNvSpPr/>
          <p:nvPr/>
        </p:nvSpPr>
        <p:spPr>
          <a:xfrm>
            <a:off x="387246" y="1666483"/>
            <a:ext cx="787232" cy="203659"/>
          </a:xfrm>
          <a:prstGeom prst="rect">
            <a:avLst/>
          </a:prstGeom>
          <a:solidFill>
            <a:srgbClr val="257C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white"/>
              </a:solidFill>
              <a:latin typeface="Arial"/>
            </a:endParaRPr>
          </a:p>
        </p:txBody>
      </p:sp>
      <p:sp>
        <p:nvSpPr>
          <p:cNvPr id="38" name="TextBox 149">
            <a:extLst>
              <a:ext uri="{FF2B5EF4-FFF2-40B4-BE49-F238E27FC236}">
                <a16:creationId xmlns:a16="http://schemas.microsoft.com/office/drawing/2014/main" id="{3F5DB097-3429-275C-FB1C-20B600792B93}"/>
              </a:ext>
            </a:extLst>
          </p:cNvPr>
          <p:cNvSpPr txBox="1"/>
          <p:nvPr/>
        </p:nvSpPr>
        <p:spPr>
          <a:xfrm>
            <a:off x="1391294" y="1637051"/>
            <a:ext cx="1030583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ct val="50000"/>
              </a:spcBef>
            </a:pPr>
            <a:r>
              <a:rPr lang="fr-FR" sz="2000" b="1" dirty="0">
                <a:solidFill>
                  <a:srgbClr val="44C1A3">
                    <a:lumMod val="10000"/>
                  </a:srgbClr>
                </a:solidFill>
                <a:latin typeface="Poppins"/>
                <a:cs typeface="Poppins"/>
              </a:rPr>
              <a:t>Problématique</a:t>
            </a:r>
            <a:endParaRPr lang="en-US" sz="2000" b="1" dirty="0">
              <a:solidFill>
                <a:srgbClr val="44C1A3">
                  <a:lumMod val="10000"/>
                </a:srgbClr>
              </a:solidFill>
              <a:latin typeface="Poppins"/>
              <a:cs typeface="Poppin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D818EF-8638-4AD7-F46F-4D24DBBA7B80}"/>
              </a:ext>
            </a:extLst>
          </p:cNvPr>
          <p:cNvSpPr/>
          <p:nvPr/>
        </p:nvSpPr>
        <p:spPr>
          <a:xfrm>
            <a:off x="870664" y="2856846"/>
            <a:ext cx="10316500" cy="1540771"/>
          </a:xfrm>
          <a:prstGeom prst="rect">
            <a:avLst/>
          </a:prstGeom>
          <a:solidFill>
            <a:srgbClr val="F5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white"/>
              </a:solidFill>
              <a:latin typeface="Arial"/>
            </a:endParaRPr>
          </a:p>
        </p:txBody>
      </p:sp>
      <p:sp>
        <p:nvSpPr>
          <p:cNvPr id="23" name="ZoneTexte 20">
            <a:extLst>
              <a:ext uri="{FF2B5EF4-FFF2-40B4-BE49-F238E27FC236}">
                <a16:creationId xmlns:a16="http://schemas.microsoft.com/office/drawing/2014/main" id="{ABC33C6A-7E99-1D4E-DB48-03F9B9591489}"/>
              </a:ext>
            </a:extLst>
          </p:cNvPr>
          <p:cNvSpPr txBox="1"/>
          <p:nvPr/>
        </p:nvSpPr>
        <p:spPr>
          <a:xfrm>
            <a:off x="1037953" y="3176137"/>
            <a:ext cx="9993463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dirty="0">
                <a:ea typeface="+mn-lt"/>
                <a:cs typeface="+mn-lt"/>
              </a:rPr>
              <a:t>Comment </a:t>
            </a:r>
            <a:r>
              <a:rPr lang="en-US" dirty="0" err="1">
                <a:ea typeface="+mn-lt"/>
                <a:cs typeface="+mn-lt"/>
              </a:rPr>
              <a:t>optimiser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continu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l’équilibre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énergétique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d’une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usine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disposant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b="1" dirty="0">
                <a:ea typeface="+mn-lt"/>
                <a:cs typeface="+mn-lt"/>
              </a:rPr>
              <a:t>5 GTAs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dont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3 à </a:t>
            </a:r>
            <a:r>
              <a:rPr lang="en-US" b="1" dirty="0" err="1">
                <a:ea typeface="+mn-lt"/>
                <a:cs typeface="+mn-lt"/>
              </a:rPr>
              <a:t>soutirage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vapeur</a:t>
            </a:r>
            <a:r>
              <a:rPr lang="en-US" b="1" dirty="0">
                <a:ea typeface="+mn-lt"/>
                <a:cs typeface="+mn-lt"/>
              </a:rPr>
              <a:t> MP</a:t>
            </a:r>
            <a:r>
              <a:rPr lang="en-US" dirty="0">
                <a:ea typeface="+mn-lt"/>
                <a:cs typeface="+mn-lt"/>
              </a:rPr>
              <a:t>) tout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permettant</a:t>
            </a:r>
            <a:r>
              <a:rPr lang="en-US" dirty="0">
                <a:ea typeface="+mn-lt"/>
                <a:cs typeface="+mn-lt"/>
              </a:rPr>
              <a:t> aux équipes </a:t>
            </a:r>
            <a:r>
              <a:rPr lang="en-US" dirty="0" err="1">
                <a:ea typeface="+mn-lt"/>
                <a:cs typeface="+mn-lt"/>
              </a:rPr>
              <a:t>d’explorer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facilement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différents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scénarios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opérationnels</a:t>
            </a:r>
            <a:r>
              <a:rPr lang="en-US" dirty="0">
                <a:ea typeface="+mn-lt"/>
                <a:cs typeface="+mn-lt"/>
              </a:rPr>
              <a:t> ?</a:t>
            </a:r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BC3A35-0240-E4AB-77B2-00A2A0EE5A15}"/>
              </a:ext>
            </a:extLst>
          </p:cNvPr>
          <p:cNvSpPr txBox="1"/>
          <p:nvPr/>
        </p:nvSpPr>
        <p:spPr>
          <a:xfrm>
            <a:off x="3097967" y="468443"/>
            <a:ext cx="60960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solidFill>
                  <a:schemeClr val="bg1"/>
                </a:solidFill>
                <a:latin typeface="Poppins"/>
                <a:cs typeface="Poppins"/>
              </a:rPr>
              <a:t>Optimisation</a:t>
            </a:r>
            <a:r>
              <a:rPr lang="en-US" sz="2400" b="1" dirty="0">
                <a:solidFill>
                  <a:schemeClr val="bg1"/>
                </a:solidFill>
                <a:latin typeface="Poppins"/>
                <a:cs typeface="Poppins"/>
              </a:rPr>
              <a:t> </a:t>
            </a:r>
            <a:r>
              <a:rPr lang="en-US" sz="2400" b="1" err="1">
                <a:solidFill>
                  <a:schemeClr val="bg1"/>
                </a:solidFill>
                <a:latin typeface="Poppins"/>
                <a:cs typeface="Poppins"/>
              </a:rPr>
              <a:t>Énergétique</a:t>
            </a:r>
            <a:r>
              <a:rPr lang="en-US" sz="2400" b="1" dirty="0">
                <a:solidFill>
                  <a:schemeClr val="bg1"/>
                </a:solidFill>
                <a:latin typeface="Poppins"/>
                <a:cs typeface="Poppins"/>
              </a:rPr>
              <a:t> </a:t>
            </a:r>
            <a:r>
              <a:rPr lang="en-US" sz="2400" b="1" err="1">
                <a:solidFill>
                  <a:schemeClr val="bg1"/>
                </a:solidFill>
                <a:latin typeface="Poppins"/>
                <a:cs typeface="Poppins"/>
              </a:rPr>
              <a:t>Intelligente</a:t>
            </a:r>
            <a:endParaRPr lang="en-US" sz="2400" b="1">
              <a:solidFill>
                <a:schemeClr val="bg1"/>
              </a:solidFill>
              <a:latin typeface="Poppins"/>
              <a:cs typeface="Poppins"/>
            </a:endParaRPr>
          </a:p>
          <a:p>
            <a:pPr algn="ctr"/>
            <a:endParaRPr lang="en-US" sz="2000" dirty="0">
              <a:solidFill>
                <a:schemeClr val="accent6">
                  <a:lumMod val="76000"/>
                </a:schemeClr>
              </a:solidFill>
            </a:endParaRPr>
          </a:p>
        </p:txBody>
      </p:sp>
      <p:pic>
        <p:nvPicPr>
          <p:cNvPr id="5" name="Picture 4" descr="Fichier:OCP Group.svg — Wikipédia">
            <a:extLst>
              <a:ext uri="{FF2B5EF4-FFF2-40B4-BE49-F238E27FC236}">
                <a16:creationId xmlns:a16="http://schemas.microsoft.com/office/drawing/2014/main" id="{93E520DA-75FC-D61A-4A0B-76B8EA535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0089" y="6304301"/>
            <a:ext cx="419100" cy="495300"/>
          </a:xfrm>
          <a:prstGeom prst="rect">
            <a:avLst/>
          </a:prstGeom>
        </p:spPr>
      </p:pic>
      <p:sp>
        <p:nvSpPr>
          <p:cNvPr id="6" name="TextBox 149">
            <a:extLst>
              <a:ext uri="{FF2B5EF4-FFF2-40B4-BE49-F238E27FC236}">
                <a16:creationId xmlns:a16="http://schemas.microsoft.com/office/drawing/2014/main" id="{ECEBD086-8A6A-2C24-C0EB-F3293078FF0E}"/>
              </a:ext>
            </a:extLst>
          </p:cNvPr>
          <p:cNvSpPr txBox="1"/>
          <p:nvPr/>
        </p:nvSpPr>
        <p:spPr>
          <a:xfrm>
            <a:off x="454409" y="6483871"/>
            <a:ext cx="1030583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ct val="50000"/>
              </a:spcBef>
            </a:pPr>
            <a:r>
              <a:rPr lang="fr-FR" sz="2000" b="1" dirty="0">
                <a:solidFill>
                  <a:schemeClr val="bg2">
                    <a:lumMod val="76000"/>
                  </a:schemeClr>
                </a:solidFill>
                <a:latin typeface="Algerian"/>
                <a:cs typeface="Poppins"/>
              </a:rPr>
              <a:t>1337</a:t>
            </a:r>
            <a:endParaRPr lang="en-US">
              <a:solidFill>
                <a:schemeClr val="bg2">
                  <a:lumMod val="76000"/>
                </a:schemeClr>
              </a:solidFill>
              <a:latin typeface="Algerian"/>
            </a:endParaRPr>
          </a:p>
        </p:txBody>
      </p:sp>
    </p:spTree>
    <p:extLst>
      <p:ext uri="{BB962C8B-B14F-4D97-AF65-F5344CB8AC3E}">
        <p14:creationId xmlns:p14="http://schemas.microsoft.com/office/powerpoint/2010/main" val="115201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1C0AA6F4-F928-26F0-FB4A-91EAF9D44115}"/>
              </a:ext>
            </a:extLst>
          </p:cNvPr>
          <p:cNvSpPr/>
          <p:nvPr/>
        </p:nvSpPr>
        <p:spPr>
          <a:xfrm>
            <a:off x="3159970" y="2439895"/>
            <a:ext cx="7046471" cy="26159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027366-A93F-3FCC-14F1-B90E0630816A}"/>
              </a:ext>
            </a:extLst>
          </p:cNvPr>
          <p:cNvCxnSpPr>
            <a:cxnSpLocks/>
          </p:cNvCxnSpPr>
          <p:nvPr/>
        </p:nvCxnSpPr>
        <p:spPr>
          <a:xfrm flipV="1">
            <a:off x="2253691" y="3424241"/>
            <a:ext cx="2503199" cy="27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D876F92-C472-5AC1-7458-16498A4DE275}"/>
              </a:ext>
            </a:extLst>
          </p:cNvPr>
          <p:cNvSpPr/>
          <p:nvPr/>
        </p:nvSpPr>
        <p:spPr>
          <a:xfrm>
            <a:off x="582577" y="2933670"/>
            <a:ext cx="1710319" cy="9067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552388-378F-69D4-64A4-61A101AE0142}"/>
              </a:ext>
            </a:extLst>
          </p:cNvPr>
          <p:cNvSpPr/>
          <p:nvPr/>
        </p:nvSpPr>
        <p:spPr>
          <a:xfrm>
            <a:off x="9349133" y="1538624"/>
            <a:ext cx="2319919" cy="82468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rapezoid 3">
            <a:extLst>
              <a:ext uri="{FF2B5EF4-FFF2-40B4-BE49-F238E27FC236}">
                <a16:creationId xmlns:a16="http://schemas.microsoft.com/office/drawing/2014/main" id="{7FD53FBE-0DCB-B7A9-35EF-969299A2DDF7}"/>
              </a:ext>
            </a:extLst>
          </p:cNvPr>
          <p:cNvSpPr/>
          <p:nvPr/>
        </p:nvSpPr>
        <p:spPr>
          <a:xfrm rot="5400000">
            <a:off x="4733832" y="2613763"/>
            <a:ext cx="1837235" cy="1762246"/>
          </a:xfrm>
          <a:prstGeom prst="trapezoid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69373D-2A50-82CF-678A-514EFF8C3AAA}"/>
              </a:ext>
            </a:extLst>
          </p:cNvPr>
          <p:cNvCxnSpPr/>
          <p:nvPr/>
        </p:nvCxnSpPr>
        <p:spPr>
          <a:xfrm flipV="1">
            <a:off x="6521082" y="3481319"/>
            <a:ext cx="2571041" cy="16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7383BE-9C8D-8A0F-6AED-D45BC73FACC1}"/>
              </a:ext>
            </a:extLst>
          </p:cNvPr>
          <p:cNvCxnSpPr>
            <a:cxnSpLocks/>
          </p:cNvCxnSpPr>
          <p:nvPr/>
        </p:nvCxnSpPr>
        <p:spPr>
          <a:xfrm>
            <a:off x="5677019" y="4166148"/>
            <a:ext cx="27134" cy="1237755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20">
            <a:extLst>
              <a:ext uri="{FF2B5EF4-FFF2-40B4-BE49-F238E27FC236}">
                <a16:creationId xmlns:a16="http://schemas.microsoft.com/office/drawing/2014/main" id="{536B88C5-4FB1-1CBB-37FC-B81D3E233C13}"/>
              </a:ext>
            </a:extLst>
          </p:cNvPr>
          <p:cNvSpPr txBox="1"/>
          <p:nvPr/>
        </p:nvSpPr>
        <p:spPr>
          <a:xfrm>
            <a:off x="3193075" y="3078509"/>
            <a:ext cx="259620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600" b="1" dirty="0">
                <a:solidFill>
                  <a:schemeClr val="accent3">
                    <a:lumMod val="76000"/>
                  </a:schemeClr>
                </a:solidFill>
              </a:rPr>
              <a:t>Admission HP</a:t>
            </a:r>
          </a:p>
        </p:txBody>
      </p:sp>
      <p:sp>
        <p:nvSpPr>
          <p:cNvPr id="11" name="ZoneTexte 20">
            <a:extLst>
              <a:ext uri="{FF2B5EF4-FFF2-40B4-BE49-F238E27FC236}">
                <a16:creationId xmlns:a16="http://schemas.microsoft.com/office/drawing/2014/main" id="{53745773-18BA-6FCE-F868-58700AA92DB6}"/>
              </a:ext>
            </a:extLst>
          </p:cNvPr>
          <p:cNvSpPr txBox="1"/>
          <p:nvPr/>
        </p:nvSpPr>
        <p:spPr>
          <a:xfrm>
            <a:off x="6521660" y="3148846"/>
            <a:ext cx="259620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600" b="1" dirty="0">
                <a:solidFill>
                  <a:schemeClr val="accent2">
                    <a:lumMod val="76000"/>
                  </a:schemeClr>
                </a:solidFill>
              </a:rPr>
              <a:t>Energie </a:t>
            </a:r>
            <a:r>
              <a:rPr lang="en-US" sz="1600" b="1" dirty="0" err="1">
                <a:solidFill>
                  <a:schemeClr val="accent2">
                    <a:lumMod val="76000"/>
                  </a:schemeClr>
                </a:solidFill>
              </a:rPr>
              <a:t>produite</a:t>
            </a:r>
            <a:r>
              <a:rPr lang="en-US" sz="1600" b="1" dirty="0">
                <a:solidFill>
                  <a:schemeClr val="accent2">
                    <a:lumMod val="76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2">
                    <a:lumMod val="76000"/>
                  </a:schemeClr>
                </a:solidFill>
              </a:rPr>
              <a:t>en</a:t>
            </a:r>
            <a:r>
              <a:rPr lang="en-US" sz="1600" b="1" dirty="0">
                <a:solidFill>
                  <a:schemeClr val="accent2">
                    <a:lumMod val="76000"/>
                  </a:schemeClr>
                </a:solidFill>
              </a:rPr>
              <a:t> MWh</a:t>
            </a:r>
            <a:endParaRPr lang="en-US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12" name="ZoneTexte 20">
            <a:extLst>
              <a:ext uri="{FF2B5EF4-FFF2-40B4-BE49-F238E27FC236}">
                <a16:creationId xmlns:a16="http://schemas.microsoft.com/office/drawing/2014/main" id="{6851E9DB-C4C0-9233-E0F6-FB74E59B8DC3}"/>
              </a:ext>
            </a:extLst>
          </p:cNvPr>
          <p:cNvSpPr txBox="1"/>
          <p:nvPr/>
        </p:nvSpPr>
        <p:spPr>
          <a:xfrm>
            <a:off x="5255567" y="3336416"/>
            <a:ext cx="1025311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600" b="1" dirty="0">
                <a:solidFill>
                  <a:schemeClr val="accent2">
                    <a:lumMod val="49000"/>
                  </a:schemeClr>
                </a:solidFill>
              </a:rPr>
              <a:t>GTA</a:t>
            </a:r>
            <a:endParaRPr lang="en-US">
              <a:solidFill>
                <a:schemeClr val="accent2">
                  <a:lumMod val="49000"/>
                </a:schemeClr>
              </a:solidFill>
            </a:endParaRPr>
          </a:p>
        </p:txBody>
      </p:sp>
      <p:sp>
        <p:nvSpPr>
          <p:cNvPr id="13" name="ZoneTexte 20">
            <a:extLst>
              <a:ext uri="{FF2B5EF4-FFF2-40B4-BE49-F238E27FC236}">
                <a16:creationId xmlns:a16="http://schemas.microsoft.com/office/drawing/2014/main" id="{89C8A0A2-9233-847C-5296-095A0E6053B0}"/>
              </a:ext>
            </a:extLst>
          </p:cNvPr>
          <p:cNvSpPr txBox="1"/>
          <p:nvPr/>
        </p:nvSpPr>
        <p:spPr>
          <a:xfrm>
            <a:off x="849228" y="3207462"/>
            <a:ext cx="1154265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600" b="1" dirty="0" err="1"/>
              <a:t>Sulfurique</a:t>
            </a:r>
            <a:r>
              <a:rPr lang="en-US" sz="1600" b="1" dirty="0"/>
              <a:t> 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83B88ED-79DB-54FD-5496-3E51D26FE8E0}"/>
              </a:ext>
            </a:extLst>
          </p:cNvPr>
          <p:cNvCxnSpPr>
            <a:cxnSpLocks/>
          </p:cNvCxnSpPr>
          <p:nvPr/>
        </p:nvCxnSpPr>
        <p:spPr>
          <a:xfrm flipV="1">
            <a:off x="1410588" y="2121440"/>
            <a:ext cx="3688" cy="813784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20">
            <a:extLst>
              <a:ext uri="{FF2B5EF4-FFF2-40B4-BE49-F238E27FC236}">
                <a16:creationId xmlns:a16="http://schemas.microsoft.com/office/drawing/2014/main" id="{9EFDB83D-CFB6-1011-F33D-E5A6ECAE2F32}"/>
              </a:ext>
            </a:extLst>
          </p:cNvPr>
          <p:cNvSpPr txBox="1"/>
          <p:nvPr/>
        </p:nvSpPr>
        <p:spPr>
          <a:xfrm>
            <a:off x="860950" y="1788970"/>
            <a:ext cx="1259772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600" b="1" dirty="0">
                <a:solidFill>
                  <a:schemeClr val="tx2">
                    <a:lumMod val="76000"/>
                    <a:lumOff val="24000"/>
                  </a:schemeClr>
                </a:solidFill>
              </a:rPr>
              <a:t>PROD - MP</a:t>
            </a:r>
            <a:endParaRPr lang="en-US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17" name="ZoneTexte 20">
            <a:extLst>
              <a:ext uri="{FF2B5EF4-FFF2-40B4-BE49-F238E27FC236}">
                <a16:creationId xmlns:a16="http://schemas.microsoft.com/office/drawing/2014/main" id="{9E85DD73-CDCB-03A1-38D5-84C0EC83D033}"/>
              </a:ext>
            </a:extLst>
          </p:cNvPr>
          <p:cNvSpPr txBox="1"/>
          <p:nvPr/>
        </p:nvSpPr>
        <p:spPr>
          <a:xfrm>
            <a:off x="4472235" y="4750872"/>
            <a:ext cx="2596203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400" b="1" err="1">
                <a:solidFill>
                  <a:schemeClr val="tx2">
                    <a:lumMod val="76000"/>
                    <a:lumOff val="24000"/>
                  </a:schemeClr>
                </a:solidFill>
              </a:rPr>
              <a:t>Soutirage</a:t>
            </a:r>
            <a:r>
              <a:rPr lang="en-US" sz="1400" b="1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MP</a:t>
            </a:r>
            <a:endParaRPr lang="en-US" sz="140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7A2C1E-8ABF-EA1D-7E0C-29F6C978FD3E}"/>
              </a:ext>
            </a:extLst>
          </p:cNvPr>
          <p:cNvCxnSpPr/>
          <p:nvPr/>
        </p:nvCxnSpPr>
        <p:spPr>
          <a:xfrm flipH="1">
            <a:off x="2803321" y="2079085"/>
            <a:ext cx="4747" cy="1361719"/>
          </a:xfrm>
          <a:prstGeom prst="straightConnector1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F80B0C-E65A-DD0C-1759-EAC2F1691FF7}"/>
              </a:ext>
            </a:extLst>
          </p:cNvPr>
          <p:cNvCxnSpPr>
            <a:cxnSpLocks/>
          </p:cNvCxnSpPr>
          <p:nvPr/>
        </p:nvCxnSpPr>
        <p:spPr>
          <a:xfrm flipH="1">
            <a:off x="2797873" y="2016463"/>
            <a:ext cx="6569669" cy="60460"/>
          </a:xfrm>
          <a:prstGeom prst="straightConnector1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ZoneTexte 20">
            <a:extLst>
              <a:ext uri="{FF2B5EF4-FFF2-40B4-BE49-F238E27FC236}">
                <a16:creationId xmlns:a16="http://schemas.microsoft.com/office/drawing/2014/main" id="{D7C04C09-F98F-A91E-8491-7032558C19AE}"/>
              </a:ext>
            </a:extLst>
          </p:cNvPr>
          <p:cNvSpPr txBox="1"/>
          <p:nvPr/>
        </p:nvSpPr>
        <p:spPr>
          <a:xfrm>
            <a:off x="9699380" y="1777245"/>
            <a:ext cx="259620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600" b="1" dirty="0"/>
              <a:t>Turbo </a:t>
            </a:r>
            <a:r>
              <a:rPr lang="en-US" sz="1600" b="1" dirty="0" err="1"/>
              <a:t>Souflante</a:t>
            </a:r>
            <a:endParaRPr lang="en-US" dirty="0" err="1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14C3770-A9A3-5508-1D81-B2E483872521}"/>
              </a:ext>
            </a:extLst>
          </p:cNvPr>
          <p:cNvSpPr txBox="1"/>
          <p:nvPr/>
        </p:nvSpPr>
        <p:spPr>
          <a:xfrm>
            <a:off x="3040674" y="1683462"/>
            <a:ext cx="259620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600" b="1" dirty="0">
                <a:solidFill>
                  <a:schemeClr val="accent3">
                    <a:lumMod val="76000"/>
                  </a:schemeClr>
                </a:solidFill>
              </a:rPr>
              <a:t>HP- </a:t>
            </a:r>
            <a:r>
              <a:rPr lang="en-US" sz="1600" b="1" err="1">
                <a:solidFill>
                  <a:schemeClr val="accent3">
                    <a:lumMod val="76000"/>
                  </a:schemeClr>
                </a:solidFill>
              </a:rPr>
              <a:t>turbosouflante</a:t>
            </a:r>
            <a:endParaRPr lang="en-US">
              <a:solidFill>
                <a:schemeClr val="accent3">
                  <a:lumMod val="76000"/>
                </a:schemeClr>
              </a:solidFill>
            </a:endParaRPr>
          </a:p>
        </p:txBody>
      </p:sp>
      <p:sp>
        <p:nvSpPr>
          <p:cNvPr id="22" name="ZoneTexte 20">
            <a:extLst>
              <a:ext uri="{FF2B5EF4-FFF2-40B4-BE49-F238E27FC236}">
                <a16:creationId xmlns:a16="http://schemas.microsoft.com/office/drawing/2014/main" id="{6CF72463-1AA1-4EA0-F7B3-FA7D6DA48F8A}"/>
              </a:ext>
            </a:extLst>
          </p:cNvPr>
          <p:cNvSpPr txBox="1"/>
          <p:nvPr/>
        </p:nvSpPr>
        <p:spPr>
          <a:xfrm>
            <a:off x="2241199" y="3551467"/>
            <a:ext cx="1259772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400" b="1" dirty="0">
                <a:solidFill>
                  <a:schemeClr val="accent3">
                    <a:lumMod val="76000"/>
                  </a:schemeClr>
                </a:solidFill>
              </a:rPr>
              <a:t>PROD - HP</a:t>
            </a:r>
            <a:endParaRPr lang="en-US" sz="1400">
              <a:solidFill>
                <a:schemeClr val="accent3">
                  <a:lumMod val="76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2CB80F-DD81-FC5C-A29F-F4BC79515C1A}"/>
              </a:ext>
            </a:extLst>
          </p:cNvPr>
          <p:cNvSpPr/>
          <p:nvPr/>
        </p:nvSpPr>
        <p:spPr>
          <a:xfrm>
            <a:off x="2561470" y="5407238"/>
            <a:ext cx="9435826" cy="906750"/>
          </a:xfrm>
          <a:prstGeom prst="rect">
            <a:avLst/>
          </a:prstGeom>
          <a:solidFill>
            <a:srgbClr val="E3EAFA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ZoneTexte 20">
            <a:extLst>
              <a:ext uri="{FF2B5EF4-FFF2-40B4-BE49-F238E27FC236}">
                <a16:creationId xmlns:a16="http://schemas.microsoft.com/office/drawing/2014/main" id="{133DABBF-219D-B56C-CE3C-331FD49A6203}"/>
              </a:ext>
            </a:extLst>
          </p:cNvPr>
          <p:cNvSpPr txBox="1"/>
          <p:nvPr/>
        </p:nvSpPr>
        <p:spPr>
          <a:xfrm>
            <a:off x="6404429" y="5692754"/>
            <a:ext cx="4073311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600" b="1" dirty="0" err="1"/>
              <a:t>Consommateurs</a:t>
            </a:r>
            <a:r>
              <a:rPr lang="en-US" sz="1600" b="1" dirty="0"/>
              <a:t> MP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377E64-ABAB-7733-94EB-0031E3C6CB12}"/>
              </a:ext>
            </a:extLst>
          </p:cNvPr>
          <p:cNvSpPr/>
          <p:nvPr/>
        </p:nvSpPr>
        <p:spPr>
          <a:xfrm>
            <a:off x="9091223" y="3203300"/>
            <a:ext cx="877979" cy="5667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ZoneTexte 20">
            <a:extLst>
              <a:ext uri="{FF2B5EF4-FFF2-40B4-BE49-F238E27FC236}">
                <a16:creationId xmlns:a16="http://schemas.microsoft.com/office/drawing/2014/main" id="{EBBEE35F-97CA-35E2-26C5-B537556C6255}"/>
              </a:ext>
            </a:extLst>
          </p:cNvPr>
          <p:cNvSpPr txBox="1"/>
          <p:nvPr/>
        </p:nvSpPr>
        <p:spPr>
          <a:xfrm>
            <a:off x="9077289" y="3324691"/>
            <a:ext cx="259620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600" b="1" dirty="0">
                <a:solidFill>
                  <a:schemeClr val="accent1">
                    <a:lumMod val="76000"/>
                  </a:schemeClr>
                </a:solidFill>
              </a:rPr>
              <a:t>X </a:t>
            </a:r>
            <a:r>
              <a:rPr lang="en-US" sz="1600" b="1" dirty="0">
                <a:solidFill>
                  <a:schemeClr val="accent2">
                    <a:lumMod val="76000"/>
                  </a:schemeClr>
                </a:solidFill>
              </a:rPr>
              <a:t>MWh</a:t>
            </a:r>
            <a:endParaRPr lang="en-US" dirty="0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28" name="ZoneTexte 20">
            <a:extLst>
              <a:ext uri="{FF2B5EF4-FFF2-40B4-BE49-F238E27FC236}">
                <a16:creationId xmlns:a16="http://schemas.microsoft.com/office/drawing/2014/main" id="{78520E07-2A8A-DD05-D131-33A287D0D355}"/>
              </a:ext>
            </a:extLst>
          </p:cNvPr>
          <p:cNvSpPr txBox="1"/>
          <p:nvPr/>
        </p:nvSpPr>
        <p:spPr>
          <a:xfrm>
            <a:off x="10566888" y="2749492"/>
            <a:ext cx="259620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600" b="1" dirty="0">
                <a:solidFill>
                  <a:schemeClr val="tx2">
                    <a:lumMod val="76000"/>
                    <a:lumOff val="24000"/>
                  </a:schemeClr>
                </a:solidFill>
              </a:rPr>
              <a:t>MP</a:t>
            </a:r>
            <a:endParaRPr lang="en-US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F5D0C41-4AC7-4D9F-D734-275B49F3F051}"/>
              </a:ext>
            </a:extLst>
          </p:cNvPr>
          <p:cNvCxnSpPr/>
          <p:nvPr/>
        </p:nvCxnSpPr>
        <p:spPr>
          <a:xfrm>
            <a:off x="10571893" y="2354156"/>
            <a:ext cx="18747" cy="305581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3B3488B1-E22F-6FA2-D747-3C1DBC8D1E7F}"/>
              </a:ext>
            </a:extLst>
          </p:cNvPr>
          <p:cNvSpPr/>
          <p:nvPr/>
        </p:nvSpPr>
        <p:spPr>
          <a:xfrm>
            <a:off x="651" y="-1714"/>
            <a:ext cx="379269" cy="6865340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370912-B6A5-33D7-5A6E-BC067A5D91FE}"/>
              </a:ext>
            </a:extLst>
          </p:cNvPr>
          <p:cNvSpPr/>
          <p:nvPr/>
        </p:nvSpPr>
        <p:spPr>
          <a:xfrm>
            <a:off x="1211704" y="329859"/>
            <a:ext cx="8657068" cy="366053"/>
          </a:xfrm>
          <a:prstGeom prst="rect">
            <a:avLst/>
          </a:prstGeom>
          <a:solidFill>
            <a:srgbClr val="E4F0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white"/>
              </a:solidFill>
              <a:latin typeface="Arial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BE71173-4679-7FB3-3879-5D4241E77C99}"/>
              </a:ext>
            </a:extLst>
          </p:cNvPr>
          <p:cNvSpPr/>
          <p:nvPr/>
        </p:nvSpPr>
        <p:spPr>
          <a:xfrm>
            <a:off x="387246" y="429794"/>
            <a:ext cx="787232" cy="203659"/>
          </a:xfrm>
          <a:prstGeom prst="rect">
            <a:avLst/>
          </a:prstGeom>
          <a:solidFill>
            <a:srgbClr val="257C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white"/>
              </a:solidFill>
              <a:latin typeface="Arial"/>
            </a:endParaRPr>
          </a:p>
        </p:txBody>
      </p:sp>
      <p:sp>
        <p:nvSpPr>
          <p:cNvPr id="38" name="TextBox 149">
            <a:extLst>
              <a:ext uri="{FF2B5EF4-FFF2-40B4-BE49-F238E27FC236}">
                <a16:creationId xmlns:a16="http://schemas.microsoft.com/office/drawing/2014/main" id="{BD5F325D-9E3F-5C01-12C7-C8D565A36AF4}"/>
              </a:ext>
            </a:extLst>
          </p:cNvPr>
          <p:cNvSpPr txBox="1"/>
          <p:nvPr/>
        </p:nvSpPr>
        <p:spPr>
          <a:xfrm>
            <a:off x="1278868" y="350394"/>
            <a:ext cx="1030583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ct val="50000"/>
              </a:spcBef>
            </a:pPr>
            <a:r>
              <a:rPr lang="fr-FR" sz="2000" b="1" dirty="0">
                <a:solidFill>
                  <a:srgbClr val="44C1A3">
                    <a:lumMod val="10000"/>
                  </a:srgbClr>
                </a:solidFill>
                <a:latin typeface="Poppins"/>
                <a:cs typeface="Poppins"/>
              </a:rPr>
              <a:t>Processus de production d'énergie et de distribution de vapeur</a:t>
            </a:r>
            <a:endParaRPr lang="en-US" dirty="0"/>
          </a:p>
        </p:txBody>
      </p:sp>
      <p:sp>
        <p:nvSpPr>
          <p:cNvPr id="39" name="ZoneTexte 20">
            <a:extLst>
              <a:ext uri="{FF2B5EF4-FFF2-40B4-BE49-F238E27FC236}">
                <a16:creationId xmlns:a16="http://schemas.microsoft.com/office/drawing/2014/main" id="{89A0DEAC-05B4-A456-9582-E124C7A73200}"/>
              </a:ext>
            </a:extLst>
          </p:cNvPr>
          <p:cNvSpPr txBox="1"/>
          <p:nvPr/>
        </p:nvSpPr>
        <p:spPr>
          <a:xfrm>
            <a:off x="6534151" y="3536090"/>
            <a:ext cx="2596203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400" b="1" dirty="0"/>
              <a:t>Max = 60 MWh</a:t>
            </a:r>
            <a:endParaRPr lang="en-US" sz="1400"/>
          </a:p>
        </p:txBody>
      </p:sp>
      <p:sp>
        <p:nvSpPr>
          <p:cNvPr id="41" name="ZoneTexte 20">
            <a:extLst>
              <a:ext uri="{FF2B5EF4-FFF2-40B4-BE49-F238E27FC236}">
                <a16:creationId xmlns:a16="http://schemas.microsoft.com/office/drawing/2014/main" id="{04069D84-5E4E-1649-0045-1B5FF78FA45D}"/>
              </a:ext>
            </a:extLst>
          </p:cNvPr>
          <p:cNvSpPr txBox="1"/>
          <p:nvPr/>
        </p:nvSpPr>
        <p:spPr>
          <a:xfrm>
            <a:off x="5697199" y="4310581"/>
            <a:ext cx="2596203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400" b="1" dirty="0"/>
              <a:t>Max = 100 T/h</a:t>
            </a:r>
            <a:endParaRPr lang="en-US" sz="1400" dirty="0"/>
          </a:p>
        </p:txBody>
      </p:sp>
      <p:sp>
        <p:nvSpPr>
          <p:cNvPr id="42" name="ZoneTexte 20">
            <a:extLst>
              <a:ext uri="{FF2B5EF4-FFF2-40B4-BE49-F238E27FC236}">
                <a16:creationId xmlns:a16="http://schemas.microsoft.com/office/drawing/2014/main" id="{0CD8B4DE-F792-BEF9-25FC-DFA576F1DDCA}"/>
              </a:ext>
            </a:extLst>
          </p:cNvPr>
          <p:cNvSpPr txBox="1"/>
          <p:nvPr/>
        </p:nvSpPr>
        <p:spPr>
          <a:xfrm>
            <a:off x="3461167" y="3498614"/>
            <a:ext cx="2596203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400" b="1" dirty="0"/>
              <a:t>Max = 220T/h</a:t>
            </a:r>
            <a:endParaRPr lang="en-US" sz="1400" dirty="0"/>
          </a:p>
        </p:txBody>
      </p:sp>
      <p:sp>
        <p:nvSpPr>
          <p:cNvPr id="43" name="ZoneTexte 20">
            <a:extLst>
              <a:ext uri="{FF2B5EF4-FFF2-40B4-BE49-F238E27FC236}">
                <a16:creationId xmlns:a16="http://schemas.microsoft.com/office/drawing/2014/main" id="{FC1A6471-EC73-ACFF-2BA9-0231E63E9ED4}"/>
              </a:ext>
            </a:extLst>
          </p:cNvPr>
          <p:cNvSpPr txBox="1"/>
          <p:nvPr/>
        </p:nvSpPr>
        <p:spPr>
          <a:xfrm>
            <a:off x="3486150" y="3748449"/>
            <a:ext cx="2596203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400" b="1" dirty="0"/>
              <a:t>Min = 90 T/h</a:t>
            </a:r>
            <a:endParaRPr lang="en-US" sz="1400" dirty="0"/>
          </a:p>
        </p:txBody>
      </p:sp>
      <p:sp>
        <p:nvSpPr>
          <p:cNvPr id="45" name="ZoneTexte 20">
            <a:extLst>
              <a:ext uri="{FF2B5EF4-FFF2-40B4-BE49-F238E27FC236}">
                <a16:creationId xmlns:a16="http://schemas.microsoft.com/office/drawing/2014/main" id="{EC044115-FE3C-96B1-5C44-4BB0CDD11C57}"/>
              </a:ext>
            </a:extLst>
          </p:cNvPr>
          <p:cNvSpPr txBox="1"/>
          <p:nvPr/>
        </p:nvSpPr>
        <p:spPr>
          <a:xfrm>
            <a:off x="9698805" y="2532903"/>
            <a:ext cx="647482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000" b="1" dirty="0">
                <a:solidFill>
                  <a:srgbClr val="00B050"/>
                </a:solidFill>
              </a:rPr>
              <a:t>x3</a:t>
            </a:r>
          </a:p>
        </p:txBody>
      </p:sp>
      <p:pic>
        <p:nvPicPr>
          <p:cNvPr id="5" name="Picture 4" descr="Fichier:OCP Group.svg — Wikipédia">
            <a:extLst>
              <a:ext uri="{FF2B5EF4-FFF2-40B4-BE49-F238E27FC236}">
                <a16:creationId xmlns:a16="http://schemas.microsoft.com/office/drawing/2014/main" id="{483D2FDC-8883-C685-0C55-A0B14DF71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0089" y="6304301"/>
            <a:ext cx="419100" cy="495300"/>
          </a:xfrm>
          <a:prstGeom prst="rect">
            <a:avLst/>
          </a:prstGeom>
        </p:spPr>
      </p:pic>
      <p:sp>
        <p:nvSpPr>
          <p:cNvPr id="20" name="TextBox 149">
            <a:extLst>
              <a:ext uri="{FF2B5EF4-FFF2-40B4-BE49-F238E27FC236}">
                <a16:creationId xmlns:a16="http://schemas.microsoft.com/office/drawing/2014/main" id="{DDC04980-E5B4-251E-345F-ABFD8E26FFB6}"/>
              </a:ext>
            </a:extLst>
          </p:cNvPr>
          <p:cNvSpPr txBox="1"/>
          <p:nvPr/>
        </p:nvSpPr>
        <p:spPr>
          <a:xfrm>
            <a:off x="454409" y="6483871"/>
            <a:ext cx="1030583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ct val="50000"/>
              </a:spcBef>
            </a:pPr>
            <a:r>
              <a:rPr lang="fr-FR" sz="2000" b="1" dirty="0">
                <a:solidFill>
                  <a:schemeClr val="bg2">
                    <a:lumMod val="76000"/>
                  </a:schemeClr>
                </a:solidFill>
                <a:latin typeface="Algerian"/>
                <a:cs typeface="Poppins"/>
              </a:rPr>
              <a:t>1337</a:t>
            </a:r>
            <a:endParaRPr lang="en-US">
              <a:solidFill>
                <a:schemeClr val="bg2">
                  <a:lumMod val="76000"/>
                </a:schemeClr>
              </a:solidFill>
              <a:latin typeface="Algerian"/>
            </a:endParaRPr>
          </a:p>
        </p:txBody>
      </p:sp>
    </p:spTree>
    <p:extLst>
      <p:ext uri="{BB962C8B-B14F-4D97-AF65-F5344CB8AC3E}">
        <p14:creationId xmlns:p14="http://schemas.microsoft.com/office/powerpoint/2010/main" val="1027259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3D8AA-B5B3-E535-4225-1968E0653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E02A8CA-D6EF-2E09-E9DA-68D55D217AF2}"/>
              </a:ext>
            </a:extLst>
          </p:cNvPr>
          <p:cNvSpPr/>
          <p:nvPr/>
        </p:nvSpPr>
        <p:spPr>
          <a:xfrm>
            <a:off x="7634879" y="2324309"/>
            <a:ext cx="4126716" cy="1505602"/>
          </a:xfrm>
          <a:prstGeom prst="rect">
            <a:avLst/>
          </a:prstGeom>
          <a:solidFill>
            <a:srgbClr val="FF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white"/>
              </a:solidFill>
              <a:latin typeface="Arial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A72CE8-F271-8F68-B81C-EB47240FF1A6}"/>
              </a:ext>
            </a:extLst>
          </p:cNvPr>
          <p:cNvSpPr/>
          <p:nvPr/>
        </p:nvSpPr>
        <p:spPr>
          <a:xfrm>
            <a:off x="651" y="-1714"/>
            <a:ext cx="379269" cy="6865340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B00BCC-67C7-AE83-0319-3886DF4F1664}"/>
              </a:ext>
            </a:extLst>
          </p:cNvPr>
          <p:cNvSpPr/>
          <p:nvPr/>
        </p:nvSpPr>
        <p:spPr>
          <a:xfrm>
            <a:off x="1211704" y="329859"/>
            <a:ext cx="8657068" cy="366053"/>
          </a:xfrm>
          <a:prstGeom prst="rect">
            <a:avLst/>
          </a:prstGeom>
          <a:solidFill>
            <a:srgbClr val="E4F0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white"/>
              </a:solidFill>
              <a:latin typeface="Arial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A442A3E-D6E3-356D-B4B7-2E131D8FFC93}"/>
              </a:ext>
            </a:extLst>
          </p:cNvPr>
          <p:cNvSpPr/>
          <p:nvPr/>
        </p:nvSpPr>
        <p:spPr>
          <a:xfrm>
            <a:off x="387246" y="429794"/>
            <a:ext cx="787232" cy="203659"/>
          </a:xfrm>
          <a:prstGeom prst="rect">
            <a:avLst/>
          </a:prstGeom>
          <a:solidFill>
            <a:srgbClr val="257C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white"/>
              </a:solidFill>
              <a:latin typeface="Arial"/>
            </a:endParaRPr>
          </a:p>
        </p:txBody>
      </p:sp>
      <p:sp>
        <p:nvSpPr>
          <p:cNvPr id="38" name="TextBox 149">
            <a:extLst>
              <a:ext uri="{FF2B5EF4-FFF2-40B4-BE49-F238E27FC236}">
                <a16:creationId xmlns:a16="http://schemas.microsoft.com/office/drawing/2014/main" id="{23AEC15B-7ECA-7F72-A524-1A6DEA2BDB19}"/>
              </a:ext>
            </a:extLst>
          </p:cNvPr>
          <p:cNvSpPr txBox="1"/>
          <p:nvPr/>
        </p:nvSpPr>
        <p:spPr>
          <a:xfrm>
            <a:off x="1278868" y="350394"/>
            <a:ext cx="1030583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ct val="50000"/>
              </a:spcBef>
            </a:pPr>
            <a:r>
              <a:rPr lang="fr-FR" sz="2000" b="1" dirty="0">
                <a:solidFill>
                  <a:srgbClr val="44C1A3">
                    <a:lumMod val="10000"/>
                  </a:srgbClr>
                </a:solidFill>
                <a:latin typeface="Poppins"/>
                <a:cs typeface="Poppins"/>
              </a:rPr>
              <a:t>Description du Défi</a:t>
            </a:r>
            <a:endParaRPr lang="en-US" sz="2000" b="1" dirty="0">
              <a:solidFill>
                <a:srgbClr val="44C1A3">
                  <a:lumMod val="10000"/>
                </a:srgbClr>
              </a:solidFill>
              <a:latin typeface="Poppins"/>
              <a:cs typeface="Poppin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F5E5AF-C2AB-7FAA-504E-82F3BD4FF25A}"/>
              </a:ext>
            </a:extLst>
          </p:cNvPr>
          <p:cNvSpPr/>
          <p:nvPr/>
        </p:nvSpPr>
        <p:spPr>
          <a:xfrm>
            <a:off x="765156" y="1679541"/>
            <a:ext cx="6225147" cy="2033140"/>
          </a:xfrm>
          <a:prstGeom prst="rect">
            <a:avLst/>
          </a:prstGeom>
          <a:solidFill>
            <a:srgbClr val="F5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white"/>
              </a:solidFill>
              <a:latin typeface="Arial"/>
            </a:endParaRPr>
          </a:p>
        </p:txBody>
      </p:sp>
      <p:sp>
        <p:nvSpPr>
          <p:cNvPr id="23" name="ZoneTexte 20">
            <a:extLst>
              <a:ext uri="{FF2B5EF4-FFF2-40B4-BE49-F238E27FC236}">
                <a16:creationId xmlns:a16="http://schemas.microsoft.com/office/drawing/2014/main" id="{76D370B4-715F-8EC1-351D-8F5C89305121}"/>
              </a:ext>
            </a:extLst>
          </p:cNvPr>
          <p:cNvSpPr txBox="1"/>
          <p:nvPr/>
        </p:nvSpPr>
        <p:spPr>
          <a:xfrm>
            <a:off x="1022385" y="1915041"/>
            <a:ext cx="5714541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1600" dirty="0" err="1">
                <a:ea typeface="+mn-lt"/>
                <a:cs typeface="+mn-lt"/>
              </a:rPr>
              <a:t>Planifier</a:t>
            </a:r>
            <a:r>
              <a:rPr lang="en-US" sz="1600" dirty="0">
                <a:ea typeface="+mn-lt"/>
                <a:cs typeface="+mn-lt"/>
              </a:rPr>
              <a:t> la production et la </a:t>
            </a:r>
            <a:r>
              <a:rPr lang="en-US" sz="1600" dirty="0" err="1">
                <a:ea typeface="+mn-lt"/>
                <a:cs typeface="+mn-lt"/>
              </a:rPr>
              <a:t>consommation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d’énergie</a:t>
            </a:r>
            <a:r>
              <a:rPr lang="en-US" sz="1600" dirty="0">
                <a:ea typeface="+mn-lt"/>
                <a:cs typeface="+mn-lt"/>
              </a:rPr>
              <a:t> (</a:t>
            </a:r>
            <a:r>
              <a:rPr lang="en-US" sz="1600" dirty="0" err="1">
                <a:ea typeface="+mn-lt"/>
                <a:cs typeface="+mn-lt"/>
              </a:rPr>
              <a:t>vapeur</a:t>
            </a:r>
            <a:r>
              <a:rPr lang="en-US" sz="1600" dirty="0">
                <a:ea typeface="+mn-lt"/>
                <a:cs typeface="+mn-lt"/>
              </a:rPr>
              <a:t> HP/MP/BP, </a:t>
            </a:r>
            <a:r>
              <a:rPr lang="en-US" sz="1600" dirty="0" err="1">
                <a:ea typeface="+mn-lt"/>
                <a:cs typeface="+mn-lt"/>
              </a:rPr>
              <a:t>électricité</a:t>
            </a:r>
            <a:r>
              <a:rPr lang="en-US" sz="1600" dirty="0">
                <a:ea typeface="+mn-lt"/>
                <a:cs typeface="+mn-lt"/>
              </a:rPr>
              <a:t>).</a:t>
            </a:r>
            <a:endParaRPr lang="fr-FR" sz="1600" dirty="0"/>
          </a:p>
          <a:p>
            <a:pPr marL="285750" indent="-285750" algn="just">
              <a:buFont typeface="Arial"/>
              <a:buChar char="•"/>
            </a:pPr>
            <a:r>
              <a:rPr lang="en-US" sz="1600" dirty="0" err="1">
                <a:ea typeface="+mn-lt"/>
                <a:cs typeface="+mn-lt"/>
              </a:rPr>
              <a:t>Minimiser</a:t>
            </a:r>
            <a:r>
              <a:rPr lang="en-US" sz="1600" dirty="0">
                <a:ea typeface="+mn-lt"/>
                <a:cs typeface="+mn-lt"/>
              </a:rPr>
              <a:t> les </a:t>
            </a:r>
            <a:r>
              <a:rPr lang="en-US" sz="1600" dirty="0" err="1">
                <a:ea typeface="+mn-lt"/>
                <a:cs typeface="+mn-lt"/>
              </a:rPr>
              <a:t>pertes</a:t>
            </a:r>
            <a:r>
              <a:rPr lang="en-US" sz="1600" dirty="0">
                <a:ea typeface="+mn-lt"/>
                <a:cs typeface="+mn-lt"/>
              </a:rPr>
              <a:t> et </a:t>
            </a:r>
            <a:r>
              <a:rPr lang="en-US" sz="1600" dirty="0" err="1">
                <a:ea typeface="+mn-lt"/>
                <a:cs typeface="+mn-lt"/>
              </a:rPr>
              <a:t>réduire</a:t>
            </a:r>
            <a:r>
              <a:rPr lang="en-US" sz="1600" dirty="0">
                <a:ea typeface="+mn-lt"/>
                <a:cs typeface="+mn-lt"/>
              </a:rPr>
              <a:t> les </a:t>
            </a:r>
            <a:r>
              <a:rPr lang="en-US" sz="1600" dirty="0" err="1">
                <a:ea typeface="+mn-lt"/>
                <a:cs typeface="+mn-lt"/>
              </a:rPr>
              <a:t>coûts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énergétiques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sz="1600" dirty="0" err="1">
                <a:ea typeface="+mn-lt"/>
                <a:cs typeface="+mn-lt"/>
              </a:rPr>
              <a:t>S’adapter</a:t>
            </a:r>
            <a:r>
              <a:rPr lang="en-US" sz="1600" dirty="0">
                <a:ea typeface="+mn-lt"/>
                <a:cs typeface="+mn-lt"/>
              </a:rPr>
              <a:t> aux variations de charge (ex : </a:t>
            </a:r>
            <a:r>
              <a:rPr lang="en-US" sz="1600" dirty="0" err="1">
                <a:ea typeface="+mn-lt"/>
                <a:cs typeface="+mn-lt"/>
              </a:rPr>
              <a:t>baisse</a:t>
            </a:r>
            <a:r>
              <a:rPr lang="en-US" sz="1600" dirty="0">
                <a:ea typeface="+mn-lt"/>
                <a:cs typeface="+mn-lt"/>
              </a:rPr>
              <a:t> de cadence </a:t>
            </a:r>
            <a:r>
              <a:rPr lang="en-US" sz="1600" dirty="0" err="1">
                <a:ea typeface="+mn-lt"/>
                <a:cs typeface="+mn-lt"/>
              </a:rPr>
              <a:t>sulfurique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dirty="0" err="1">
                <a:ea typeface="+mn-lt"/>
                <a:cs typeface="+mn-lt"/>
              </a:rPr>
              <a:t>hausse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conso</a:t>
            </a:r>
            <a:r>
              <a:rPr lang="en-US" sz="1600" dirty="0">
                <a:ea typeface="+mn-lt"/>
                <a:cs typeface="+mn-lt"/>
              </a:rPr>
              <a:t> MP…).</a:t>
            </a:r>
            <a:endParaRPr lang="en-US" dirty="0"/>
          </a:p>
          <a:p>
            <a:pPr algn="just"/>
            <a:endParaRPr lang="en-US" sz="1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F933A7-68F7-B49F-C679-46953F440859}"/>
              </a:ext>
            </a:extLst>
          </p:cNvPr>
          <p:cNvSpPr/>
          <p:nvPr/>
        </p:nvSpPr>
        <p:spPr>
          <a:xfrm>
            <a:off x="765156" y="4340679"/>
            <a:ext cx="7327117" cy="2478614"/>
          </a:xfrm>
          <a:prstGeom prst="rect">
            <a:avLst/>
          </a:prstGeom>
          <a:solidFill>
            <a:srgbClr val="F5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white"/>
              </a:solidFill>
              <a:latin typeface="Arial"/>
            </a:endParaRPr>
          </a:p>
        </p:txBody>
      </p:sp>
      <p:sp>
        <p:nvSpPr>
          <p:cNvPr id="37" name="TextBox 149">
            <a:extLst>
              <a:ext uri="{FF2B5EF4-FFF2-40B4-BE49-F238E27FC236}">
                <a16:creationId xmlns:a16="http://schemas.microsoft.com/office/drawing/2014/main" id="{DE126973-502A-0640-D65B-0CA9188CF4B0}"/>
              </a:ext>
            </a:extLst>
          </p:cNvPr>
          <p:cNvSpPr txBox="1"/>
          <p:nvPr/>
        </p:nvSpPr>
        <p:spPr>
          <a:xfrm>
            <a:off x="563759" y="1124116"/>
            <a:ext cx="1030583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ct val="50000"/>
              </a:spcBef>
            </a:pPr>
            <a:r>
              <a:rPr lang="fr-FR" sz="1600" b="1" dirty="0">
                <a:solidFill>
                  <a:schemeClr val="accent6">
                    <a:lumMod val="76000"/>
                  </a:schemeClr>
                </a:solidFill>
                <a:latin typeface="Poppins"/>
                <a:cs typeface="Poppins"/>
              </a:rPr>
              <a:t>Un modèle d’optimisation </a:t>
            </a:r>
            <a:r>
              <a:rPr lang="fr-FR" sz="1600" b="1" dirty="0">
                <a:solidFill>
                  <a:schemeClr val="accent6">
                    <a:lumMod val="76000"/>
                  </a:schemeClr>
                </a:solidFill>
                <a:latin typeface="Poppins"/>
                <a:ea typeface="+mn-lt"/>
                <a:cs typeface="Poppins"/>
              </a:rPr>
              <a:t>énergétique</a:t>
            </a:r>
            <a:endParaRPr lang="en-US" sz="2000" b="1" dirty="0">
              <a:solidFill>
                <a:schemeClr val="accent6">
                  <a:lumMod val="76000"/>
                </a:schemeClr>
              </a:solidFill>
              <a:latin typeface="Poppins"/>
              <a:cs typeface="Poppins"/>
            </a:endParaRPr>
          </a:p>
        </p:txBody>
      </p:sp>
      <p:sp>
        <p:nvSpPr>
          <p:cNvPr id="39" name="TextBox 149">
            <a:extLst>
              <a:ext uri="{FF2B5EF4-FFF2-40B4-BE49-F238E27FC236}">
                <a16:creationId xmlns:a16="http://schemas.microsoft.com/office/drawing/2014/main" id="{D9529F65-D912-77F9-10B2-BB0F7380F388}"/>
              </a:ext>
            </a:extLst>
          </p:cNvPr>
          <p:cNvSpPr txBox="1"/>
          <p:nvPr/>
        </p:nvSpPr>
        <p:spPr>
          <a:xfrm>
            <a:off x="563758" y="3925930"/>
            <a:ext cx="1030583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ct val="50000"/>
              </a:spcBef>
            </a:pPr>
            <a:r>
              <a:rPr lang="fr-FR" sz="1600" b="1" dirty="0">
                <a:solidFill>
                  <a:schemeClr val="accent6">
                    <a:lumMod val="76000"/>
                  </a:schemeClr>
                </a:solidFill>
                <a:latin typeface="Poppins"/>
                <a:cs typeface="Poppins"/>
              </a:rPr>
              <a:t>Un </a:t>
            </a:r>
            <a:r>
              <a:rPr lang="fr-FR" sz="1600" b="1" dirty="0" err="1">
                <a:solidFill>
                  <a:schemeClr val="accent6">
                    <a:lumMod val="76000"/>
                  </a:schemeClr>
                </a:solidFill>
                <a:latin typeface="Poppins"/>
                <a:cs typeface="Poppins"/>
              </a:rPr>
              <a:t>chatbot</a:t>
            </a:r>
            <a:r>
              <a:rPr lang="fr-FR" sz="1600" b="1" dirty="0">
                <a:solidFill>
                  <a:schemeClr val="accent6">
                    <a:lumMod val="76000"/>
                  </a:schemeClr>
                </a:solidFill>
                <a:latin typeface="Poppins"/>
                <a:cs typeface="Poppins"/>
              </a:rPr>
              <a:t> intelligent de simulation</a:t>
            </a:r>
            <a:endParaRPr lang="en-US" sz="1600" b="1" dirty="0">
              <a:solidFill>
                <a:schemeClr val="accent6">
                  <a:lumMod val="76000"/>
                </a:schemeClr>
              </a:solidFill>
              <a:latin typeface="Poppins"/>
              <a:cs typeface="Poppin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1ECA12-2855-A226-363A-FE2C41760D25}"/>
              </a:ext>
            </a:extLst>
          </p:cNvPr>
          <p:cNvSpPr txBox="1"/>
          <p:nvPr/>
        </p:nvSpPr>
        <p:spPr>
          <a:xfrm>
            <a:off x="1078523" y="4554416"/>
            <a:ext cx="686972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Un assistant </a:t>
            </a:r>
            <a:r>
              <a:rPr lang="en-US" sz="1600" dirty="0" err="1"/>
              <a:t>interactif</a:t>
            </a:r>
            <a:r>
              <a:rPr lang="en-US" sz="1600" dirty="0"/>
              <a:t> </a:t>
            </a:r>
            <a:r>
              <a:rPr lang="en-US" sz="1600" dirty="0" err="1"/>
              <a:t>permettant</a:t>
            </a:r>
            <a:r>
              <a:rPr lang="en-US" sz="1600" dirty="0"/>
              <a:t> de :</a:t>
            </a:r>
          </a:p>
          <a:p>
            <a:pPr marL="228600" indent="-228600">
              <a:buFont typeface=""/>
              <a:buChar char="•"/>
            </a:pPr>
            <a:r>
              <a:rPr lang="en-US" sz="1600" dirty="0"/>
              <a:t>Tester </a:t>
            </a:r>
            <a:r>
              <a:rPr lang="en-US" sz="1600" err="1"/>
              <a:t>en</a:t>
            </a:r>
            <a:r>
              <a:rPr lang="en-US" sz="1600" dirty="0"/>
              <a:t> </a:t>
            </a:r>
            <a:r>
              <a:rPr lang="en-US" sz="1600" err="1"/>
              <a:t>langage</a:t>
            </a:r>
            <a:r>
              <a:rPr lang="en-US" sz="1600" dirty="0"/>
              <a:t> naturel des </a:t>
            </a:r>
            <a:r>
              <a:rPr lang="en-US" sz="1600" err="1"/>
              <a:t>scénarios</a:t>
            </a:r>
            <a:r>
              <a:rPr lang="en-US" sz="1600" dirty="0"/>
              <a:t> :</a:t>
            </a:r>
            <a:br>
              <a:rPr lang="en-US" sz="1600" dirty="0"/>
            </a:b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« </a:t>
            </a:r>
            <a:r>
              <a:rPr lang="en-US" sz="16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Réduire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la cadence </a:t>
            </a:r>
            <a:r>
              <a:rPr lang="en-US" sz="16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sulfurique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20% ? »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« Augmenter la </a:t>
            </a:r>
            <a:r>
              <a:rPr lang="en-US" sz="16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consommation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16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vapeur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MP ? »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« </a:t>
            </a:r>
            <a:r>
              <a:rPr lang="en-US" sz="16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Que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 passe-t-il </a:t>
            </a:r>
            <a:r>
              <a:rPr lang="en-US" sz="16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si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une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GTA </a:t>
            </a:r>
            <a:r>
              <a:rPr lang="en-US" sz="16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tombe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en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panne ? »</a:t>
            </a:r>
          </a:p>
          <a:p>
            <a:pPr marL="228600" indent="-228600">
              <a:buFont typeface=""/>
              <a:buChar char="•"/>
            </a:pPr>
            <a:r>
              <a:rPr lang="en-US" sz="1600" dirty="0" err="1"/>
              <a:t>Simuler</a:t>
            </a:r>
            <a:r>
              <a:rPr lang="en-US" sz="1600" dirty="0"/>
              <a:t> </a:t>
            </a:r>
            <a:r>
              <a:rPr lang="en-US" sz="1600" dirty="0" err="1"/>
              <a:t>l’impact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temps </a:t>
            </a:r>
            <a:r>
              <a:rPr lang="en-US" sz="1600" dirty="0" err="1"/>
              <a:t>réel</a:t>
            </a:r>
            <a:r>
              <a:rPr lang="en-US" sz="1600" dirty="0"/>
              <a:t> sur les flux </a:t>
            </a:r>
            <a:r>
              <a:rPr lang="en-US" sz="1600" dirty="0" err="1"/>
              <a:t>vapeur</a:t>
            </a:r>
            <a:r>
              <a:rPr lang="en-US" sz="1600" dirty="0"/>
              <a:t>/</a:t>
            </a:r>
            <a:r>
              <a:rPr lang="en-US" sz="1600" dirty="0" err="1"/>
              <a:t>électricité</a:t>
            </a:r>
            <a:r>
              <a:rPr lang="en-US" sz="1600" dirty="0"/>
              <a:t>, </a:t>
            </a:r>
            <a:r>
              <a:rPr lang="en-US" sz="1600" dirty="0" err="1"/>
              <a:t>l’efficacité</a:t>
            </a:r>
            <a:r>
              <a:rPr lang="en-US" sz="1600" dirty="0"/>
              <a:t>, les </a:t>
            </a:r>
            <a:r>
              <a:rPr lang="en-US" sz="1600" dirty="0" err="1"/>
              <a:t>soutirages</a:t>
            </a:r>
            <a:r>
              <a:rPr lang="en-US" sz="1600" dirty="0"/>
              <a:t> , des GTAs ...</a:t>
            </a:r>
          </a:p>
          <a:p>
            <a:pPr marL="228600" indent="-228600">
              <a:buFont typeface=""/>
              <a:buChar char="•"/>
            </a:pPr>
            <a:r>
              <a:rPr lang="en-US" sz="1600" dirty="0"/>
              <a:t>Proposer </a:t>
            </a:r>
            <a:r>
              <a:rPr lang="en-US" sz="1600" dirty="0" err="1"/>
              <a:t>automatiquement</a:t>
            </a:r>
            <a:r>
              <a:rPr lang="en-US" sz="1600" dirty="0"/>
              <a:t> des </a:t>
            </a:r>
            <a:r>
              <a:rPr lang="en-US" sz="1600" b="1" dirty="0" err="1"/>
              <a:t>recommandations</a:t>
            </a:r>
            <a:r>
              <a:rPr lang="en-US" sz="1600" b="1" dirty="0"/>
              <a:t> </a:t>
            </a:r>
            <a:r>
              <a:rPr lang="en-US" sz="1600" b="1" dirty="0" err="1"/>
              <a:t>optimisées</a:t>
            </a:r>
            <a:r>
              <a:rPr lang="en-US" sz="1600" dirty="0"/>
              <a:t>.</a:t>
            </a:r>
          </a:p>
          <a:p>
            <a:pPr algn="ctr"/>
            <a:endParaRPr lang="en-US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6173BC-8BF5-BF52-620E-485FAD02AEB0}"/>
              </a:ext>
            </a:extLst>
          </p:cNvPr>
          <p:cNvSpPr txBox="1"/>
          <p:nvPr/>
        </p:nvSpPr>
        <p:spPr>
          <a:xfrm>
            <a:off x="7784123" y="2455984"/>
            <a:ext cx="46423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Prototype de modèle d’optimisation.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Chatbot de simulation des scénarios.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Dashboard de suivi énergétique.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Recommandations automatiques.</a:t>
            </a:r>
          </a:p>
          <a:p>
            <a:pPr marL="285750" indent="-285750" algn="just">
              <a:buFont typeface="Arial"/>
              <a:buChar char="•"/>
            </a:pPr>
            <a:endParaRPr lang="en-US" sz="1600">
              <a:ea typeface="+mn-lt"/>
              <a:cs typeface="+mn-lt"/>
            </a:endParaRPr>
          </a:p>
        </p:txBody>
      </p:sp>
      <p:sp>
        <p:nvSpPr>
          <p:cNvPr id="42" name="TextBox 149">
            <a:extLst>
              <a:ext uri="{FF2B5EF4-FFF2-40B4-BE49-F238E27FC236}">
                <a16:creationId xmlns:a16="http://schemas.microsoft.com/office/drawing/2014/main" id="{7FE0E603-0B3B-FFDA-B300-7719D21EE6BC}"/>
              </a:ext>
            </a:extLst>
          </p:cNvPr>
          <p:cNvSpPr txBox="1"/>
          <p:nvPr/>
        </p:nvSpPr>
        <p:spPr>
          <a:xfrm>
            <a:off x="7667942" y="1979900"/>
            <a:ext cx="576900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ct val="50000"/>
              </a:spcBef>
            </a:pPr>
            <a:r>
              <a:rPr lang="fr-FR" sz="1600" b="1" dirty="0">
                <a:solidFill>
                  <a:schemeClr val="accent6">
                    <a:lumMod val="76000"/>
                  </a:schemeClr>
                </a:solidFill>
                <a:latin typeface="Poppins"/>
                <a:cs typeface="Poppins"/>
              </a:rPr>
              <a:t>Exemples de Livrables</a:t>
            </a:r>
            <a:endParaRPr lang="en-US" sz="1600" b="1" dirty="0">
              <a:solidFill>
                <a:schemeClr val="accent6">
                  <a:lumMod val="76000"/>
                </a:schemeClr>
              </a:solidFill>
              <a:latin typeface="Poppins"/>
              <a:cs typeface="Poppins"/>
            </a:endParaRPr>
          </a:p>
        </p:txBody>
      </p:sp>
      <p:pic>
        <p:nvPicPr>
          <p:cNvPr id="3" name="Picture 2" descr="Fichier:OCP Group.svg — Wikipédia">
            <a:extLst>
              <a:ext uri="{FF2B5EF4-FFF2-40B4-BE49-F238E27FC236}">
                <a16:creationId xmlns:a16="http://schemas.microsoft.com/office/drawing/2014/main" id="{4041B5ED-99A6-D03E-D5DC-10D53F365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0089" y="6304301"/>
            <a:ext cx="4191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8658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243</Words>
  <Application>Microsoft Office PowerPoint</Application>
  <PresentationFormat>Grand écran</PresentationFormat>
  <Paragraphs>38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Algerian</vt:lpstr>
      <vt:lpstr>Aptos</vt:lpstr>
      <vt:lpstr>Aptos Display</vt:lpstr>
      <vt:lpstr>Arial</vt:lpstr>
      <vt:lpstr>Calibri</vt:lpstr>
      <vt:lpstr>Poppins</vt:lpstr>
      <vt:lpstr>Thème Office</vt:lpstr>
      <vt:lpstr>Présentation PowerPoint</vt:lpstr>
      <vt:lpstr>Présentation PowerPoint</vt:lpstr>
      <vt:lpstr>Présentation PowerPoint</vt:lpstr>
    </vt:vector>
  </TitlesOfParts>
  <Company>Ocp Office 365 Semi-annuel LAN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BARRI Fatima Zahrae</dc:creator>
  <cp:lastModifiedBy>BARRI Fatima Zahrae</cp:lastModifiedBy>
  <cp:revision>364</cp:revision>
  <dcterms:created xsi:type="dcterms:W3CDTF">2025-11-17T09:21:34Z</dcterms:created>
  <dcterms:modified xsi:type="dcterms:W3CDTF">2025-11-20T10:21:20Z</dcterms:modified>
</cp:coreProperties>
</file>